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bookmarkIdSeed="2">
  <p:sldMasterIdLst>
    <p:sldMasterId id="2147483648" r:id="rId1"/>
    <p:sldMasterId id="2147483663" r:id="rId2"/>
    <p:sldMasterId id="2147483675" r:id="rId3"/>
  </p:sldMasterIdLst>
  <p:notesMasterIdLst>
    <p:notesMasterId r:id="rId22"/>
  </p:notesMasterIdLst>
  <p:handoutMasterIdLst>
    <p:handoutMasterId r:id="rId23"/>
  </p:handoutMasterIdLst>
  <p:sldIdLst>
    <p:sldId id="307" r:id="rId4"/>
    <p:sldId id="3001" r:id="rId5"/>
    <p:sldId id="3003" r:id="rId6"/>
    <p:sldId id="3002" r:id="rId7"/>
    <p:sldId id="2984" r:id="rId8"/>
    <p:sldId id="2985" r:id="rId9"/>
    <p:sldId id="2986" r:id="rId10"/>
    <p:sldId id="2987" r:id="rId11"/>
    <p:sldId id="2988" r:id="rId12"/>
    <p:sldId id="2990" r:id="rId13"/>
    <p:sldId id="2991" r:id="rId14"/>
    <p:sldId id="2995" r:id="rId15"/>
    <p:sldId id="2992" r:id="rId16"/>
    <p:sldId id="2996" r:id="rId17"/>
    <p:sldId id="2997" r:id="rId18"/>
    <p:sldId id="2998" r:id="rId19"/>
    <p:sldId id="2999" r:id="rId20"/>
    <p:sldId id="3000" r:id="rId21"/>
  </p:sldIdLst>
  <p:sldSz cx="9144000" cy="6858000" type="screen4x3"/>
  <p:notesSz cx="6807200" cy="9939338"/>
  <p:defaultTextStyle>
    <a:defPPr>
      <a:defRPr lang="en-AU"/>
    </a:defPPr>
    <a:lvl1pPr algn="l" rtl="0" fontAlgn="base">
      <a:spcBef>
        <a:spcPct val="0"/>
      </a:spcBef>
      <a:spcAft>
        <a:spcPct val="0"/>
      </a:spcAft>
      <a:defRPr sz="1000" b="1" kern="1200">
        <a:solidFill>
          <a:schemeClr val="bg1"/>
        </a:solidFill>
        <a:latin typeface="Verdana" pitchFamily="34" charset="0"/>
        <a:ea typeface="+mn-ea"/>
        <a:cs typeface="Arial" charset="0"/>
      </a:defRPr>
    </a:lvl1pPr>
    <a:lvl2pPr marL="457200" algn="l" rtl="0" fontAlgn="base">
      <a:spcBef>
        <a:spcPct val="0"/>
      </a:spcBef>
      <a:spcAft>
        <a:spcPct val="0"/>
      </a:spcAft>
      <a:defRPr sz="1000" b="1" kern="1200">
        <a:solidFill>
          <a:schemeClr val="bg1"/>
        </a:solidFill>
        <a:latin typeface="Verdana" pitchFamily="34" charset="0"/>
        <a:ea typeface="+mn-ea"/>
        <a:cs typeface="Arial" charset="0"/>
      </a:defRPr>
    </a:lvl2pPr>
    <a:lvl3pPr marL="914400" algn="l" rtl="0" fontAlgn="base">
      <a:spcBef>
        <a:spcPct val="0"/>
      </a:spcBef>
      <a:spcAft>
        <a:spcPct val="0"/>
      </a:spcAft>
      <a:defRPr sz="1000" b="1" kern="1200">
        <a:solidFill>
          <a:schemeClr val="bg1"/>
        </a:solidFill>
        <a:latin typeface="Verdana" pitchFamily="34" charset="0"/>
        <a:ea typeface="+mn-ea"/>
        <a:cs typeface="Arial" charset="0"/>
      </a:defRPr>
    </a:lvl3pPr>
    <a:lvl4pPr marL="1371600" algn="l" rtl="0" fontAlgn="base">
      <a:spcBef>
        <a:spcPct val="0"/>
      </a:spcBef>
      <a:spcAft>
        <a:spcPct val="0"/>
      </a:spcAft>
      <a:defRPr sz="1000" b="1" kern="1200">
        <a:solidFill>
          <a:schemeClr val="bg1"/>
        </a:solidFill>
        <a:latin typeface="Verdana" pitchFamily="34" charset="0"/>
        <a:ea typeface="+mn-ea"/>
        <a:cs typeface="Arial" charset="0"/>
      </a:defRPr>
    </a:lvl4pPr>
    <a:lvl5pPr marL="1828800" algn="l" rtl="0" fontAlgn="base">
      <a:spcBef>
        <a:spcPct val="0"/>
      </a:spcBef>
      <a:spcAft>
        <a:spcPct val="0"/>
      </a:spcAft>
      <a:defRPr sz="1000" b="1" kern="1200">
        <a:solidFill>
          <a:schemeClr val="bg1"/>
        </a:solidFill>
        <a:latin typeface="Verdana" pitchFamily="34" charset="0"/>
        <a:ea typeface="+mn-ea"/>
        <a:cs typeface="Arial" charset="0"/>
      </a:defRPr>
    </a:lvl5pPr>
    <a:lvl6pPr marL="2286000" algn="l" defTabSz="914400" rtl="0" eaLnBrk="1" latinLnBrk="0" hangingPunct="1">
      <a:defRPr sz="1000" b="1" kern="1200">
        <a:solidFill>
          <a:schemeClr val="bg1"/>
        </a:solidFill>
        <a:latin typeface="Verdana" pitchFamily="34" charset="0"/>
        <a:ea typeface="+mn-ea"/>
        <a:cs typeface="Arial" charset="0"/>
      </a:defRPr>
    </a:lvl6pPr>
    <a:lvl7pPr marL="2743200" algn="l" defTabSz="914400" rtl="0" eaLnBrk="1" latinLnBrk="0" hangingPunct="1">
      <a:defRPr sz="1000" b="1" kern="1200">
        <a:solidFill>
          <a:schemeClr val="bg1"/>
        </a:solidFill>
        <a:latin typeface="Verdana" pitchFamily="34" charset="0"/>
        <a:ea typeface="+mn-ea"/>
        <a:cs typeface="Arial" charset="0"/>
      </a:defRPr>
    </a:lvl7pPr>
    <a:lvl8pPr marL="3200400" algn="l" defTabSz="914400" rtl="0" eaLnBrk="1" latinLnBrk="0" hangingPunct="1">
      <a:defRPr sz="1000" b="1" kern="1200">
        <a:solidFill>
          <a:schemeClr val="bg1"/>
        </a:solidFill>
        <a:latin typeface="Verdana" pitchFamily="34" charset="0"/>
        <a:ea typeface="+mn-ea"/>
        <a:cs typeface="Arial" charset="0"/>
      </a:defRPr>
    </a:lvl8pPr>
    <a:lvl9pPr marL="3657600" algn="l" defTabSz="914400" rtl="0" eaLnBrk="1" latinLnBrk="0" hangingPunct="1">
      <a:defRPr sz="1000" b="1" kern="1200">
        <a:solidFill>
          <a:schemeClr val="bg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3131">
          <p15:clr>
            <a:srgbClr val="A4A3A4"/>
          </p15:clr>
        </p15:guide>
        <p15:guide id="2" pos="214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FF4B"/>
    <a:srgbClr val="C0C0C0"/>
    <a:srgbClr val="DDDDDD"/>
    <a:srgbClr val="FF9900"/>
    <a:srgbClr val="008000"/>
    <a:srgbClr val="006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8247" autoAdjust="0"/>
  </p:normalViewPr>
  <p:slideViewPr>
    <p:cSldViewPr snapToGrid="0">
      <p:cViewPr varScale="1">
        <p:scale>
          <a:sx n="72" d="100"/>
          <a:sy n="72" d="100"/>
        </p:scale>
        <p:origin x="1350" y="72"/>
      </p:cViewPr>
      <p:guideLst>
        <p:guide orient="horz"/>
        <p:guide/>
      </p:guideLst>
    </p:cSldViewPr>
  </p:slideViewPr>
  <p:outlineViewPr>
    <p:cViewPr>
      <p:scale>
        <a:sx n="33" d="100"/>
        <a:sy n="33" d="100"/>
      </p:scale>
      <p:origin x="48" y="3114"/>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81" d="100"/>
          <a:sy n="81" d="100"/>
        </p:scale>
        <p:origin x="-2790" y="-96"/>
      </p:cViewPr>
      <p:guideLst>
        <p:guide orient="horz" pos="3131"/>
        <p:guide pos="214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25603" name="Rectangle 3"/>
          <p:cNvSpPr>
            <a:spLocks noGrp="1" noChangeArrowheads="1"/>
          </p:cNvSpPr>
          <p:nvPr>
            <p:ph type="dt" sz="quarter" idx="1"/>
          </p:nvPr>
        </p:nvSpPr>
        <p:spPr bwMode="auto">
          <a:xfrm>
            <a:off x="3857625"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r" defTabSz="936625">
              <a:defRPr sz="1200" b="0">
                <a:solidFill>
                  <a:schemeClr val="tx1"/>
                </a:solidFill>
                <a:latin typeface="Arial" charset="0"/>
              </a:defRPr>
            </a:lvl1pPr>
          </a:lstStyle>
          <a:p>
            <a:pPr>
              <a:defRPr/>
            </a:pPr>
            <a:endParaRPr lang="en-US"/>
          </a:p>
        </p:txBody>
      </p:sp>
      <p:sp>
        <p:nvSpPr>
          <p:cNvPr id="25604" name="Rectangle 4"/>
          <p:cNvSpPr>
            <a:spLocks noGrp="1" noChangeArrowheads="1"/>
          </p:cNvSpPr>
          <p:nvPr>
            <p:ph type="ftr" sz="quarter" idx="2"/>
          </p:nvPr>
        </p:nvSpPr>
        <p:spPr bwMode="auto">
          <a:xfrm>
            <a:off x="0"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25605" name="Rectangle 5"/>
          <p:cNvSpPr>
            <a:spLocks noGrp="1" noChangeArrowheads="1"/>
          </p:cNvSpPr>
          <p:nvPr>
            <p:ph type="sldNum" sz="quarter" idx="3"/>
          </p:nvPr>
        </p:nvSpPr>
        <p:spPr bwMode="auto">
          <a:xfrm>
            <a:off x="3857625"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r" defTabSz="936625">
              <a:defRPr sz="1200" b="0">
                <a:solidFill>
                  <a:schemeClr val="tx1"/>
                </a:solidFill>
                <a:latin typeface="Arial" charset="0"/>
              </a:defRPr>
            </a:lvl1pPr>
          </a:lstStyle>
          <a:p>
            <a:pPr>
              <a:defRPr/>
            </a:pPr>
            <a:fld id="{D0C31871-5B07-4F23-B3D0-C5CC077A7435}" type="slidenum">
              <a:rPr lang="en-AU"/>
              <a:pPr>
                <a:defRPr/>
              </a:pPr>
              <a:t>‹#›</a:t>
            </a:fld>
            <a:endParaRPr lang="en-AU" dirty="0"/>
          </a:p>
        </p:txBody>
      </p:sp>
    </p:spTree>
    <p:extLst>
      <p:ext uri="{BB962C8B-B14F-4D97-AF65-F5344CB8AC3E}">
        <p14:creationId xmlns:p14="http://schemas.microsoft.com/office/powerpoint/2010/main" val="23561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3075" name="Rectangle 3"/>
          <p:cNvSpPr>
            <a:spLocks noGrp="1" noChangeArrowheads="1"/>
          </p:cNvSpPr>
          <p:nvPr>
            <p:ph type="dt" idx="1"/>
          </p:nvPr>
        </p:nvSpPr>
        <p:spPr bwMode="auto">
          <a:xfrm>
            <a:off x="3857625" y="0"/>
            <a:ext cx="2947988" cy="496888"/>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lvl1pPr algn="r" defTabSz="936625">
              <a:defRPr sz="1200" b="0">
                <a:solidFill>
                  <a:schemeClr val="tx1"/>
                </a:solidFill>
                <a:latin typeface="Arial" charset="0"/>
              </a:defRPr>
            </a:lvl1pPr>
          </a:lstStyle>
          <a:p>
            <a:pPr>
              <a:defRPr/>
            </a:pPr>
            <a:endParaRPr lang="en-US"/>
          </a:p>
        </p:txBody>
      </p:sp>
      <p:sp>
        <p:nvSpPr>
          <p:cNvPr id="40964" name="Rectangle 4"/>
          <p:cNvSpPr>
            <a:spLocks noGrp="1" noRot="1" noChangeAspect="1" noChangeArrowheads="1" noTextEdit="1"/>
          </p:cNvSpPr>
          <p:nvPr>
            <p:ph type="sldImg" idx="2"/>
          </p:nvPr>
        </p:nvSpPr>
        <p:spPr bwMode="auto">
          <a:xfrm>
            <a:off x="915988" y="744538"/>
            <a:ext cx="4973637" cy="3729037"/>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1038" y="4721225"/>
            <a:ext cx="5445125" cy="4473575"/>
          </a:xfrm>
          <a:prstGeom prst="rect">
            <a:avLst/>
          </a:prstGeom>
          <a:noFill/>
          <a:ln w="9525">
            <a:noFill/>
            <a:miter lim="800000"/>
            <a:headEnd/>
            <a:tailEnd/>
          </a:ln>
        </p:spPr>
        <p:txBody>
          <a:bodyPr vert="horz" wrap="square" lIns="93619" tIns="46809" rIns="93619" bIns="46809"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l" defTabSz="936625">
              <a:defRPr sz="1200" b="0">
                <a:solidFill>
                  <a:schemeClr val="tx1"/>
                </a:solidFill>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57625" y="9440863"/>
            <a:ext cx="2947988" cy="496887"/>
          </a:xfrm>
          <a:prstGeom prst="rect">
            <a:avLst/>
          </a:prstGeom>
          <a:noFill/>
          <a:ln w="9525">
            <a:noFill/>
            <a:miter lim="800000"/>
            <a:headEnd/>
            <a:tailEnd/>
          </a:ln>
        </p:spPr>
        <p:txBody>
          <a:bodyPr vert="horz" wrap="square" lIns="93619" tIns="46809" rIns="93619" bIns="46809" numCol="1" anchor="b" anchorCtr="0" compatLnSpc="1">
            <a:prstTxWarp prst="textNoShape">
              <a:avLst/>
            </a:prstTxWarp>
          </a:bodyPr>
          <a:lstStyle>
            <a:lvl1pPr algn="r" defTabSz="936625">
              <a:defRPr sz="1200" b="0">
                <a:solidFill>
                  <a:schemeClr val="tx1"/>
                </a:solidFill>
                <a:latin typeface="Arial" charset="0"/>
              </a:defRPr>
            </a:lvl1pPr>
          </a:lstStyle>
          <a:p>
            <a:pPr>
              <a:defRPr/>
            </a:pPr>
            <a:fld id="{E0A3756E-9C50-4905-A404-71CE374ECD4F}" type="slidenum">
              <a:rPr lang="en-AU"/>
              <a:pPr>
                <a:defRPr/>
              </a:pPr>
              <a:t>‹#›</a:t>
            </a:fld>
            <a:endParaRPr lang="en-AU" dirty="0"/>
          </a:p>
        </p:txBody>
      </p:sp>
    </p:spTree>
    <p:extLst>
      <p:ext uri="{BB962C8B-B14F-4D97-AF65-F5344CB8AC3E}">
        <p14:creationId xmlns:p14="http://schemas.microsoft.com/office/powerpoint/2010/main" val="23152875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p:spPr>
        <p:txBody>
          <a:bodyPr/>
          <a:lstStyle/>
          <a:p>
            <a:fld id="{471AB1A8-932D-4391-842A-FD27149FC182}" type="slidenum">
              <a:rPr lang="en-US" smtClean="0"/>
              <a:pPr/>
              <a:t>0</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5078316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ANZP0060_Presentation_PerspectiveShapes"/>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0483" name="Rectangle 3"/>
          <p:cNvSpPr>
            <a:spLocks noGrp="1" noChangeArrowheads="1"/>
          </p:cNvSpPr>
          <p:nvPr>
            <p:ph type="ctrTitle"/>
          </p:nvPr>
        </p:nvSpPr>
        <p:spPr>
          <a:xfrm>
            <a:off x="611188" y="1690688"/>
            <a:ext cx="7988300" cy="1235075"/>
          </a:xfrm>
        </p:spPr>
        <p:txBody>
          <a:bodyPr/>
          <a:lstStyle>
            <a:lvl1pPr algn="r">
              <a:defRPr sz="3500">
                <a:solidFill>
                  <a:schemeClr val="bg1"/>
                </a:solidFill>
              </a:defRPr>
            </a:lvl1pPr>
          </a:lstStyle>
          <a:p>
            <a:r>
              <a:rPr lang="en-AU"/>
              <a:t>Click to edit Master title style</a:t>
            </a:r>
          </a:p>
        </p:txBody>
      </p:sp>
      <p:sp>
        <p:nvSpPr>
          <p:cNvPr id="20484" name="Rectangle 4"/>
          <p:cNvSpPr>
            <a:spLocks noGrp="1" noChangeArrowheads="1"/>
          </p:cNvSpPr>
          <p:nvPr>
            <p:ph type="subTitle" idx="1"/>
          </p:nvPr>
        </p:nvSpPr>
        <p:spPr>
          <a:xfrm>
            <a:off x="1692275" y="3273425"/>
            <a:ext cx="6905625" cy="550863"/>
          </a:xfrm>
        </p:spPr>
        <p:txBody>
          <a:bodyPr/>
          <a:lstStyle>
            <a:lvl1pPr marL="0" indent="0" algn="r">
              <a:buFontTx/>
              <a:buNone/>
              <a:defRPr sz="1800" b="1">
                <a:solidFill>
                  <a:schemeClr val="accent1"/>
                </a:solidFill>
              </a:defRPr>
            </a:lvl1pPr>
          </a:lstStyle>
          <a:p>
            <a:r>
              <a:rPr lang="en-AU"/>
              <a:t>Click to edit Master subtitle style</a:t>
            </a:r>
          </a:p>
        </p:txBody>
      </p:sp>
      <p:sp>
        <p:nvSpPr>
          <p:cNvPr id="7" name="Date Placeholder 5"/>
          <p:cNvSpPr>
            <a:spLocks noGrp="1" noChangeArrowheads="1"/>
          </p:cNvSpPr>
          <p:nvPr>
            <p:ph type="dt" sz="quarter" idx="10"/>
          </p:nvPr>
        </p:nvSpPr>
        <p:spPr bwMode="auto">
          <a:xfrm>
            <a:off x="6465888" y="3922713"/>
            <a:ext cx="2133600" cy="476250"/>
          </a:xfrm>
          <a:prstGeom prst="rect">
            <a:avLst/>
          </a:prstGeom>
          <a:ln>
            <a:miter lim="800000"/>
            <a:headEnd/>
            <a:tailEnd/>
          </a:ln>
        </p:spPr>
        <p:txBody>
          <a:bodyPr vert="horz" wrap="square" lIns="0" tIns="0" rIns="0" bIns="0" numCol="1" anchor="t" anchorCtr="0" compatLnSpc="1">
            <a:prstTxWarp prst="textNoShape">
              <a:avLst/>
            </a:prstTxWarp>
          </a:bodyPr>
          <a:lstStyle>
            <a:lvl1pPr algn="r">
              <a:defRPr sz="1800" b="0">
                <a:solidFill>
                  <a:schemeClr val="bg1"/>
                </a:solidFill>
                <a:latin typeface="Arial" charset="0"/>
                <a:cs typeface="Arial" charset="0"/>
              </a:defRPr>
            </a:lvl1pPr>
          </a:lstStyle>
          <a:p>
            <a:pPr>
              <a:defRPr/>
            </a:pP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574675" y="1485900"/>
            <a:ext cx="39354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1485900"/>
            <a:ext cx="39370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574675"/>
            <a:ext cx="2005013" cy="45100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574675" y="574675"/>
            <a:ext cx="5867400" cy="45100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4675" y="574675"/>
            <a:ext cx="8024813" cy="468313"/>
          </a:xfrm>
        </p:spPr>
        <p:txBody>
          <a:bodyPr/>
          <a:lstStyle/>
          <a:p>
            <a:r>
              <a:rPr lang="en-US"/>
              <a:t>Click to edit Master title style</a:t>
            </a:r>
            <a:endParaRPr lang="en-AU"/>
          </a:p>
        </p:txBody>
      </p:sp>
      <p:sp>
        <p:nvSpPr>
          <p:cNvPr id="3" name="Text Placeholder 2"/>
          <p:cNvSpPr>
            <a:spLocks noGrp="1"/>
          </p:cNvSpPr>
          <p:nvPr>
            <p:ph type="body" sz="half" idx="1"/>
          </p:nvPr>
        </p:nvSpPr>
        <p:spPr>
          <a:xfrm>
            <a:off x="574675" y="1485900"/>
            <a:ext cx="3935413" cy="3598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1485900"/>
            <a:ext cx="3937000" cy="3598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74675" y="574675"/>
            <a:ext cx="8024813" cy="468313"/>
          </a:xfrm>
        </p:spPr>
        <p:txBody>
          <a:bodyPr/>
          <a:lstStyle/>
          <a:p>
            <a:r>
              <a:rPr lang="en-US"/>
              <a:t>Click to edit Master title style</a:t>
            </a:r>
            <a:endParaRPr lang="en-AU"/>
          </a:p>
        </p:txBody>
      </p:sp>
      <p:sp>
        <p:nvSpPr>
          <p:cNvPr id="3" name="Table Placeholder 2"/>
          <p:cNvSpPr>
            <a:spLocks noGrp="1"/>
          </p:cNvSpPr>
          <p:nvPr>
            <p:ph type="tbl" idx="1"/>
          </p:nvPr>
        </p:nvSpPr>
        <p:spPr>
          <a:xfrm>
            <a:off x="574675" y="1485900"/>
            <a:ext cx="8024813" cy="3598863"/>
          </a:xfrm>
        </p:spPr>
        <p:txBody>
          <a:bodyPr/>
          <a:lstStyle/>
          <a:p>
            <a:pPr lvl="0"/>
            <a:endParaRPr lang="en-AU"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Rectangle 5"/>
          <p:cNvSpPr>
            <a:spLocks noGrp="1" noChangeArrowheads="1"/>
          </p:cNvSpPr>
          <p:nvPr>
            <p:ph type="dt" sz="quarter" idx="10"/>
          </p:nvPr>
        </p:nvSpPr>
        <p:spPr/>
        <p:txBody>
          <a:bodyPr/>
          <a:lstStyle>
            <a:lvl1pPr>
              <a:defRPr/>
            </a:lvl1pPr>
          </a:lstStyle>
          <a:p>
            <a:pPr>
              <a:defRPr/>
            </a:pPr>
            <a:fld id="{F334DCB5-ED81-4E83-B377-7EBD1ABFB2BB}" type="datetimeFigureOut">
              <a:rPr lang="en-AU"/>
              <a:pPr>
                <a:defRPr/>
              </a:pPr>
              <a:t>4/04/2017</a:t>
            </a:fld>
            <a:endParaRPr lang="en-AU"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E9D3DF12-63CD-483F-B3D2-5AF00E68978C}" type="datetimeFigureOut">
              <a:rPr lang="en-AU"/>
              <a:pPr>
                <a:defRPr/>
              </a:pPr>
              <a:t>4/04/2017</a:t>
            </a:fld>
            <a:endParaRPr lang="en-AU"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quarter" idx="10"/>
          </p:nvPr>
        </p:nvSpPr>
        <p:spPr/>
        <p:txBody>
          <a:bodyPr/>
          <a:lstStyle>
            <a:lvl1pPr>
              <a:defRPr/>
            </a:lvl1pPr>
          </a:lstStyle>
          <a:p>
            <a:pPr>
              <a:defRPr/>
            </a:pPr>
            <a:fld id="{6F15497D-EAEE-43CA-A928-C49B0DF80706}" type="datetimeFigureOut">
              <a:rPr lang="en-AU"/>
              <a:pPr>
                <a:defRPr/>
              </a:pPr>
              <a:t>4/04/2017</a:t>
            </a:fld>
            <a:endParaRPr lang="en-AU"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574675" y="971550"/>
            <a:ext cx="39354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62488" y="971550"/>
            <a:ext cx="39370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dt" sz="quarter" idx="10"/>
          </p:nvPr>
        </p:nvSpPr>
        <p:spPr/>
        <p:txBody>
          <a:bodyPr/>
          <a:lstStyle>
            <a:lvl1pPr>
              <a:defRPr/>
            </a:lvl1pPr>
          </a:lstStyle>
          <a:p>
            <a:pPr>
              <a:defRPr/>
            </a:pPr>
            <a:fld id="{3404330A-58B6-48D6-AA94-AD24354C9CA7}" type="datetimeFigureOut">
              <a:rPr lang="en-AU"/>
              <a:pPr>
                <a:defRPr/>
              </a:pPr>
              <a:t>4/04/2017</a:t>
            </a:fld>
            <a:endParaRPr lang="en-AU"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5"/>
          <p:cNvSpPr>
            <a:spLocks noGrp="1" noChangeArrowheads="1"/>
          </p:cNvSpPr>
          <p:nvPr>
            <p:ph type="dt" sz="quarter" idx="10"/>
          </p:nvPr>
        </p:nvSpPr>
        <p:spPr/>
        <p:txBody>
          <a:bodyPr/>
          <a:lstStyle>
            <a:lvl1pPr>
              <a:defRPr/>
            </a:lvl1pPr>
          </a:lstStyle>
          <a:p>
            <a:pPr>
              <a:defRPr/>
            </a:pPr>
            <a:fld id="{7FC33F91-7123-4CD1-A8CA-6C43F7500C29}" type="datetimeFigureOut">
              <a:rPr lang="en-AU"/>
              <a:pPr>
                <a:defRPr/>
              </a:pPr>
              <a:t>4/04/2017</a:t>
            </a:fld>
            <a:endParaRPr lang="en-AU"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Rectangle 5"/>
          <p:cNvSpPr>
            <a:spLocks noGrp="1" noChangeArrowheads="1"/>
          </p:cNvSpPr>
          <p:nvPr>
            <p:ph type="dt" sz="quarter" idx="10"/>
          </p:nvPr>
        </p:nvSpPr>
        <p:spPr/>
        <p:txBody>
          <a:bodyPr/>
          <a:lstStyle>
            <a:lvl1pPr>
              <a:defRPr/>
            </a:lvl1pPr>
          </a:lstStyle>
          <a:p>
            <a:pPr>
              <a:defRPr/>
            </a:pPr>
            <a:fld id="{F5F7F696-BD25-41FE-B539-084E7E9809B3}" type="datetimeFigureOut">
              <a:rPr lang="en-AU"/>
              <a:pPr>
                <a:defRPr/>
              </a:pPr>
              <a:t>4/04/2017</a:t>
            </a:fld>
            <a:endParaRPr lang="en-AU"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quarter" idx="10"/>
          </p:nvPr>
        </p:nvSpPr>
        <p:spPr/>
        <p:txBody>
          <a:bodyPr/>
          <a:lstStyle>
            <a:lvl1pPr>
              <a:defRPr/>
            </a:lvl1pPr>
          </a:lstStyle>
          <a:p>
            <a:pPr>
              <a:defRPr/>
            </a:pPr>
            <a:fld id="{085E92E2-203F-4830-8C28-855BC7F370C2}" type="datetimeFigureOut">
              <a:rPr lang="en-AU"/>
              <a:pPr>
                <a:defRPr/>
              </a:pPr>
              <a:t>4/04/2017</a:t>
            </a:fld>
            <a:endParaRPr lang="en-AU"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quarter" idx="10"/>
          </p:nvPr>
        </p:nvSpPr>
        <p:spPr/>
        <p:txBody>
          <a:bodyPr/>
          <a:lstStyle>
            <a:lvl1pPr>
              <a:defRPr/>
            </a:lvl1pPr>
          </a:lstStyle>
          <a:p>
            <a:pPr>
              <a:defRPr/>
            </a:pPr>
            <a:fld id="{A2CA7CD7-15D4-4486-832D-AE47BE587871}" type="datetimeFigureOut">
              <a:rPr lang="en-AU"/>
              <a:pPr>
                <a:defRPr/>
              </a:pPr>
              <a:t>4/04/2017</a:t>
            </a:fld>
            <a:endParaRPr lang="en-AU"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quarter" idx="10"/>
          </p:nvPr>
        </p:nvSpPr>
        <p:spPr/>
        <p:txBody>
          <a:bodyPr/>
          <a:lstStyle>
            <a:lvl1pPr>
              <a:defRPr/>
            </a:lvl1pPr>
          </a:lstStyle>
          <a:p>
            <a:pPr>
              <a:defRPr/>
            </a:pPr>
            <a:fld id="{FF045A4B-D56E-489D-9522-8C7EA852FDB1}" type="datetimeFigureOut">
              <a:rPr lang="en-AU"/>
              <a:pPr>
                <a:defRPr/>
              </a:pPr>
              <a:t>4/04/2017</a:t>
            </a:fld>
            <a:endParaRPr lang="en-AU"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2EF1FBC8-9AF2-4AB5-9352-AAD841084305}" type="datetimeFigureOut">
              <a:rPr lang="en-AU"/>
              <a:pPr>
                <a:defRPr/>
              </a:pPr>
              <a:t>4/04/2017</a:t>
            </a:fld>
            <a:endParaRPr lang="en-AU"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07163" y="476250"/>
            <a:ext cx="2092325" cy="4094163"/>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227013" y="476250"/>
            <a:ext cx="6127750" cy="4094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quarter" idx="10"/>
          </p:nvPr>
        </p:nvSpPr>
        <p:spPr/>
        <p:txBody>
          <a:bodyPr/>
          <a:lstStyle>
            <a:lvl1pPr>
              <a:defRPr/>
            </a:lvl1pPr>
          </a:lstStyle>
          <a:p>
            <a:pPr>
              <a:defRPr/>
            </a:pPr>
            <a:fld id="{9D05553F-31CF-47B8-B7A8-1AE798749BC6}" type="datetimeFigureOut">
              <a:rPr lang="en-AU"/>
              <a:pPr>
                <a:defRPr/>
              </a:pPr>
              <a:t>4/04/2017</a:t>
            </a:fld>
            <a:endParaRPr lang="en-AU"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userDrawn="1"/>
        </p:nvSpPr>
        <p:spPr bwMode="gray">
          <a:xfrm>
            <a:off x="450850" y="5949950"/>
            <a:ext cx="1201738" cy="212725"/>
          </a:xfrm>
          <a:prstGeom prst="rect">
            <a:avLst/>
          </a:prstGeom>
          <a:noFill/>
          <a:ln w="9525">
            <a:noFill/>
            <a:miter lim="800000"/>
            <a:headEnd/>
            <a:tailEnd/>
          </a:ln>
          <a:effectLst/>
        </p:spPr>
        <p:txBody>
          <a:bodyPr wrap="none" lIns="0" tIns="0" rIns="0" bIns="0">
            <a:spAutoFit/>
          </a:bodyPr>
          <a:lstStyle/>
          <a:p>
            <a:pPr>
              <a:defRPr/>
            </a:pPr>
            <a:r>
              <a:rPr lang="en-US" sz="1400" dirty="0">
                <a:solidFill>
                  <a:schemeClr val="tx2"/>
                </a:solidFill>
              </a:rPr>
              <a:t>Confidential</a:t>
            </a:r>
            <a:endParaRPr lang="en-AU" sz="1400" dirty="0">
              <a:solidFill>
                <a:schemeClr val="tx2"/>
              </a:solidFill>
            </a:endParaRPr>
          </a:p>
        </p:txBody>
      </p:sp>
      <p:sp>
        <p:nvSpPr>
          <p:cNvPr id="5" name="McK Disclaimer"/>
          <p:cNvSpPr>
            <a:spLocks noChangeArrowheads="1"/>
          </p:cNvSpPr>
          <p:nvPr userDrawn="1">
            <p:custDataLst>
              <p:tags r:id="rId1"/>
            </p:custDataLst>
          </p:nvPr>
        </p:nvSpPr>
        <p:spPr bwMode="gray">
          <a:xfrm>
            <a:off x="450850" y="6237288"/>
            <a:ext cx="5184775" cy="488950"/>
          </a:xfrm>
          <a:prstGeom prst="rect">
            <a:avLst/>
          </a:prstGeom>
          <a:noFill/>
          <a:ln w="9525">
            <a:noFill/>
            <a:miter lim="800000"/>
            <a:headEnd/>
            <a:tailEnd/>
          </a:ln>
          <a:effectLst/>
        </p:spPr>
        <p:txBody>
          <a:bodyPr lIns="0" tIns="0" rIns="0" bIns="0" anchor="b">
            <a:spAutoFit/>
          </a:bodyPr>
          <a:lstStyle/>
          <a:p>
            <a:pPr defTabSz="804863" eaLnBrk="0" hangingPunct="0">
              <a:defRPr/>
            </a:pPr>
            <a:r>
              <a:rPr lang="en-US" sz="800" b="0" dirty="0">
                <a:solidFill>
                  <a:schemeClr val="tx1"/>
                </a:solidFill>
              </a:rPr>
              <a:t>Information contained in this report is strictly confidential and may be subject to legal professional privilege. It is the exclusive property of Australia and New Zealand Banking Group Limited, and is solely for ANZ internal use. No part of it may be circulated, copied, quoted or otherwise referred to without prior written approval of ANZ Group.</a:t>
            </a:r>
          </a:p>
        </p:txBody>
      </p:sp>
      <p:sp>
        <p:nvSpPr>
          <p:cNvPr id="4038658" name="Rectangle 2"/>
          <p:cNvSpPr>
            <a:spLocks noGrp="1" noChangeArrowheads="1"/>
          </p:cNvSpPr>
          <p:nvPr>
            <p:ph type="ctrTitle"/>
          </p:nvPr>
        </p:nvSpPr>
        <p:spPr>
          <a:xfrm>
            <a:off x="1692275" y="1774825"/>
            <a:ext cx="6911975" cy="1017588"/>
          </a:xfrm>
        </p:spPr>
        <p:txBody>
          <a:bodyPr anchor="ctr"/>
          <a:lstStyle>
            <a:lvl1pPr algn="r">
              <a:defRPr sz="3000">
                <a:solidFill>
                  <a:schemeClr val="bg2"/>
                </a:solidFill>
              </a:defRPr>
            </a:lvl1pPr>
          </a:lstStyle>
          <a:p>
            <a:r>
              <a:rPr lang="en-AU"/>
              <a:t>Click to edit Master title style</a:t>
            </a:r>
          </a:p>
        </p:txBody>
      </p:sp>
      <p:sp>
        <p:nvSpPr>
          <p:cNvPr id="4038659" name="Rectangle 3"/>
          <p:cNvSpPr>
            <a:spLocks noGrp="1" noChangeArrowheads="1"/>
          </p:cNvSpPr>
          <p:nvPr>
            <p:ph type="subTitle" idx="1"/>
          </p:nvPr>
        </p:nvSpPr>
        <p:spPr>
          <a:xfrm>
            <a:off x="1689100" y="2781300"/>
            <a:ext cx="6915150" cy="550863"/>
          </a:xfrm>
        </p:spPr>
        <p:txBody>
          <a:bodyPr anchor="ctr"/>
          <a:lstStyle>
            <a:lvl1pPr marL="0" indent="0" algn="r">
              <a:spcAft>
                <a:spcPct val="0"/>
              </a:spcAft>
              <a:buFontTx/>
              <a:buNone/>
              <a:defRPr sz="2000" b="1">
                <a:solidFill>
                  <a:schemeClr val="tx2"/>
                </a:solidFill>
              </a:defRPr>
            </a:lvl1pPr>
          </a:lstStyle>
          <a:p>
            <a:r>
              <a:rPr lang="en-AU"/>
              <a:t>Click to edit Master subtitle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9DEB7031-B69D-451E-806B-2089395D560E}" type="slidenum">
              <a:rPr lang="en-AU"/>
              <a:pPr>
                <a:defRPr/>
              </a:pPr>
              <a:t>‹#›</a:t>
            </a:fld>
            <a:endParaRPr lang="en-AU"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4A95438D-0774-48CD-B835-22949E2F3923}" type="slidenum">
              <a:rPr lang="en-AU"/>
              <a:pPr>
                <a:defRPr/>
              </a:pPr>
              <a:t>‹#›</a:t>
            </a:fld>
            <a:endParaRPr lang="en-AU"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485900"/>
            <a:ext cx="4037013"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6613" y="1485900"/>
            <a:ext cx="4038600" cy="35988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sldNum" sz="quarter" idx="10"/>
          </p:nvPr>
        </p:nvSpPr>
        <p:spPr>
          <a:ln/>
        </p:spPr>
        <p:txBody>
          <a:bodyPr/>
          <a:lstStyle>
            <a:lvl1pPr>
              <a:defRPr/>
            </a:lvl1pPr>
          </a:lstStyle>
          <a:p>
            <a:pPr>
              <a:defRPr/>
            </a:pPr>
            <a:fld id="{43EF4807-4F7B-40C1-A2E5-DD3C9829BBB7}" type="slidenum">
              <a:rPr lang="en-AU"/>
              <a:pPr>
                <a:defRPr/>
              </a:pPr>
              <a:t>‹#›</a:t>
            </a:fld>
            <a:endParaRPr lang="en-AU"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5"/>
          <p:cNvSpPr>
            <a:spLocks noGrp="1" noChangeArrowheads="1"/>
          </p:cNvSpPr>
          <p:nvPr>
            <p:ph type="sldNum" sz="quarter" idx="10"/>
          </p:nvPr>
        </p:nvSpPr>
        <p:spPr>
          <a:ln/>
        </p:spPr>
        <p:txBody>
          <a:bodyPr/>
          <a:lstStyle>
            <a:lvl1pPr>
              <a:defRPr/>
            </a:lvl1pPr>
          </a:lstStyle>
          <a:p>
            <a:pPr>
              <a:defRPr/>
            </a:pPr>
            <a:fld id="{80146E22-E77A-4999-A9F3-6741A96054F4}" type="slidenum">
              <a:rPr lang="en-AU"/>
              <a:pPr>
                <a:defRPr/>
              </a:pPr>
              <a:t>‹#›</a:t>
            </a:fld>
            <a:endParaRPr lang="en-AU"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Rectangle 5"/>
          <p:cNvSpPr>
            <a:spLocks noGrp="1" noChangeArrowheads="1"/>
          </p:cNvSpPr>
          <p:nvPr>
            <p:ph type="sldNum" sz="quarter" idx="10"/>
          </p:nvPr>
        </p:nvSpPr>
        <p:spPr>
          <a:ln/>
        </p:spPr>
        <p:txBody>
          <a:bodyPr/>
          <a:lstStyle>
            <a:lvl1pPr>
              <a:defRPr/>
            </a:lvl1pPr>
          </a:lstStyle>
          <a:p>
            <a:pPr>
              <a:defRPr/>
            </a:pPr>
            <a:fld id="{3804F2D5-828A-4059-823D-7145E34F6D7B}" type="slidenum">
              <a:rPr lang="en-AU"/>
              <a:pPr>
                <a:defRPr/>
              </a:pPr>
              <a:t>‹#›</a:t>
            </a:fld>
            <a:endParaRPr lang="en-AU"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3DEBDD46-EFFF-40BA-BCE5-2747392B9DE7}" type="slidenum">
              <a:rPr lang="en-AU"/>
              <a:pPr>
                <a:defRPr/>
              </a:pPr>
              <a:t>‹#›</a:t>
            </a:fld>
            <a:endParaRPr lang="en-AU"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48EB8986-F398-4F20-B145-8FC35A80D7CF}" type="slidenum">
              <a:rPr lang="en-AU"/>
              <a:pPr>
                <a:defRPr/>
              </a:pPr>
              <a:t>‹#›</a:t>
            </a:fld>
            <a:endParaRPr lang="en-AU"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D1D241A2-A02C-406B-85B1-5C5F5327223A}" type="slidenum">
              <a:rPr lang="en-AU"/>
              <a:pPr>
                <a:defRPr/>
              </a:pPr>
              <a:t>‹#›</a:t>
            </a:fld>
            <a:endParaRPr lang="en-AU"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854905FD-DC14-4A39-8568-0A94628331A5}" type="slidenum">
              <a:rPr lang="en-AU"/>
              <a:pPr>
                <a:defRPr/>
              </a:pPr>
              <a:t>‹#›</a:t>
            </a:fld>
            <a:endParaRPr lang="en-AU"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33375"/>
            <a:ext cx="2055813" cy="47513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333375"/>
            <a:ext cx="6019800" cy="4751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sldNum" sz="quarter" idx="10"/>
          </p:nvPr>
        </p:nvSpPr>
        <p:spPr>
          <a:ln/>
        </p:spPr>
        <p:txBody>
          <a:bodyPr/>
          <a:lstStyle>
            <a:lvl1pPr>
              <a:defRPr/>
            </a:lvl1pPr>
          </a:lstStyle>
          <a:p>
            <a:pPr>
              <a:defRPr/>
            </a:pPr>
            <a:fld id="{A60156EB-E661-41EF-8068-59A986A4719E}" type="slidenum">
              <a:rPr lang="en-AU"/>
              <a:pPr>
                <a:defRPr/>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2.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Grp="1" noChangeArrowheads="1"/>
          </p:cNvSpPr>
          <p:nvPr>
            <p:ph type="title"/>
          </p:nvPr>
        </p:nvSpPr>
        <p:spPr bwMode="auto">
          <a:xfrm>
            <a:off x="574675" y="574675"/>
            <a:ext cx="8024813" cy="4683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title style</a:t>
            </a:r>
          </a:p>
        </p:txBody>
      </p:sp>
      <p:sp>
        <p:nvSpPr>
          <p:cNvPr id="1027" name="Rectangle 16"/>
          <p:cNvSpPr>
            <a:spLocks noGrp="1" noChangeArrowheads="1"/>
          </p:cNvSpPr>
          <p:nvPr>
            <p:ph type="body" idx="1"/>
          </p:nvPr>
        </p:nvSpPr>
        <p:spPr bwMode="auto">
          <a:xfrm>
            <a:off x="574675" y="1485900"/>
            <a:ext cx="80248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9473" name="Line 17"/>
          <p:cNvSpPr>
            <a:spLocks noChangeShapeType="1"/>
          </p:cNvSpPr>
          <p:nvPr/>
        </p:nvSpPr>
        <p:spPr bwMode="auto">
          <a:xfrm>
            <a:off x="574675" y="1042988"/>
            <a:ext cx="8024813" cy="0"/>
          </a:xfrm>
          <a:prstGeom prst="line">
            <a:avLst/>
          </a:prstGeom>
          <a:noFill/>
          <a:ln w="6350">
            <a:solidFill>
              <a:schemeClr val="tx2"/>
            </a:solidFill>
            <a:round/>
            <a:headEnd/>
            <a:tailEnd/>
          </a:ln>
          <a:effectLst/>
        </p:spPr>
        <p:txBody>
          <a:bodyPr/>
          <a:lstStyle/>
          <a:p>
            <a:pPr>
              <a:defRPr/>
            </a:pPr>
            <a:endParaRPr lang="en-AU" sz="1800" b="0" dirty="0">
              <a:solidFill>
                <a:schemeClr val="tx1"/>
              </a:solidFill>
            </a:endParaRPr>
          </a:p>
        </p:txBody>
      </p:sp>
      <p:sp>
        <p:nvSpPr>
          <p:cNvPr id="19480" name="Text Box 24"/>
          <p:cNvSpPr txBox="1">
            <a:spLocks noChangeArrowheads="1"/>
          </p:cNvSpPr>
          <p:nvPr/>
        </p:nvSpPr>
        <p:spPr bwMode="auto">
          <a:xfrm>
            <a:off x="3933825" y="6621463"/>
            <a:ext cx="1287463" cy="214312"/>
          </a:xfrm>
          <a:prstGeom prst="rect">
            <a:avLst/>
          </a:prstGeom>
          <a:noFill/>
          <a:ln w="9525">
            <a:noFill/>
            <a:miter lim="800000"/>
            <a:headEnd/>
            <a:tailEnd/>
          </a:ln>
        </p:spPr>
        <p:txBody>
          <a:bodyPr lIns="91429" tIns="45715" rIns="91429" bIns="45715">
            <a:spAutoFit/>
          </a:bodyPr>
          <a:lstStyle/>
          <a:p>
            <a:pPr algn="ctr">
              <a:spcBef>
                <a:spcPct val="50000"/>
              </a:spcBef>
              <a:defRPr/>
            </a:pPr>
            <a:r>
              <a:rPr lang="en-AU" sz="800" b="0" dirty="0">
                <a:solidFill>
                  <a:schemeClr val="tx2"/>
                </a:solidFill>
              </a:rPr>
              <a:t>Page </a:t>
            </a:r>
            <a:fld id="{46C46B11-8FCC-4061-8A49-206DEDCFA8E0}" type="slidenum">
              <a:rPr lang="en-AU" sz="800" b="0">
                <a:solidFill>
                  <a:schemeClr val="tx2"/>
                </a:solidFill>
              </a:rPr>
              <a:pPr algn="ctr">
                <a:spcBef>
                  <a:spcPct val="50000"/>
                </a:spcBef>
                <a:defRPr/>
              </a:pPr>
              <a:t>‹#›</a:t>
            </a:fld>
            <a:endParaRPr lang="en-AU" sz="800" b="0" dirty="0">
              <a:solidFill>
                <a:schemeClr val="tx2"/>
              </a:solidFill>
            </a:endParaRPr>
          </a:p>
        </p:txBody>
      </p:sp>
      <p:sp>
        <p:nvSpPr>
          <p:cNvPr id="7" name="AcnSubjectTitle_ID_7" hidden="1"/>
          <p:cNvSpPr txBox="1"/>
          <p:nvPr>
            <p:custDataLst>
              <p:tags r:id="rId16"/>
            </p:custDataLst>
          </p:nvPr>
        </p:nvSpPr>
        <p:spPr bwMode="gray">
          <a:xfrm>
            <a:off x="574675" y="1420813"/>
            <a:ext cx="6985000" cy="246062"/>
          </a:xfrm>
          <a:prstGeom prst="rect">
            <a:avLst/>
          </a:prstGeom>
          <a:noFill/>
          <a:ln w="9525">
            <a:noFill/>
            <a:miter lim="800000"/>
            <a:headEnd/>
            <a:tailEnd/>
          </a:ln>
        </p:spPr>
        <p:txBody>
          <a:bodyPr lIns="0" tIns="0" rIns="0" bIns="0">
            <a:spAutoFit/>
          </a:bodyPr>
          <a:lstStyle/>
          <a:p>
            <a:pPr eaLnBrk="0" hangingPunct="0">
              <a:buClr>
                <a:schemeClr val="tx2"/>
              </a:buClr>
              <a:defRPr/>
            </a:pPr>
            <a:r>
              <a:rPr lang="en-AU" sz="1600" dirty="0">
                <a:solidFill>
                  <a:schemeClr val="tx1"/>
                </a:solidFill>
                <a:latin typeface="+mn-lt"/>
                <a:cs typeface="+mn-cs"/>
              </a:rPr>
              <a:t>Subject Title</a:t>
            </a:r>
          </a:p>
        </p:txBody>
      </p:sp>
      <p:sp>
        <p:nvSpPr>
          <p:cNvPr id="2057" name="Rectangle 9"/>
          <p:cNvSpPr>
            <a:spLocks noChangeArrowheads="1"/>
          </p:cNvSpPr>
          <p:nvPr userDrawn="1"/>
        </p:nvSpPr>
        <p:spPr bwMode="auto">
          <a:xfrm>
            <a:off x="0" y="6623050"/>
            <a:ext cx="1444625" cy="214313"/>
          </a:xfrm>
          <a:prstGeom prst="rect">
            <a:avLst/>
          </a:prstGeom>
          <a:noFill/>
          <a:ln w="9525">
            <a:noFill/>
            <a:miter lim="800000"/>
            <a:headEnd/>
            <a:tailEnd/>
          </a:ln>
          <a:effectLst/>
        </p:spPr>
        <p:txBody>
          <a:bodyPr wrap="none">
            <a:spAutoFit/>
          </a:bodyPr>
          <a:lstStyle/>
          <a:p>
            <a:pPr>
              <a:defRPr/>
            </a:pPr>
            <a:r>
              <a:rPr lang="en-AU" sz="800" b="0" dirty="0">
                <a:solidFill>
                  <a:schemeClr val="tx2"/>
                </a:solidFill>
              </a:rPr>
              <a:t>Classification: Restricted</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2000" b="1">
          <a:solidFill>
            <a:schemeClr val="tx2"/>
          </a:solidFill>
          <a:latin typeface="+mj-lt"/>
          <a:ea typeface="+mj-ea"/>
          <a:cs typeface="+mj-cs"/>
        </a:defRPr>
      </a:lvl1pPr>
      <a:lvl2pPr algn="l" rtl="0" eaLnBrk="0" fontAlgn="base" hangingPunct="0">
        <a:spcBef>
          <a:spcPct val="0"/>
        </a:spcBef>
        <a:spcAft>
          <a:spcPct val="0"/>
        </a:spcAft>
        <a:defRPr sz="2000" b="1">
          <a:solidFill>
            <a:schemeClr val="tx2"/>
          </a:solidFill>
          <a:latin typeface="Verdana" pitchFamily="34" charset="0"/>
          <a:cs typeface="Arial" charset="0"/>
        </a:defRPr>
      </a:lvl2pPr>
      <a:lvl3pPr algn="l" rtl="0" eaLnBrk="0" fontAlgn="base" hangingPunct="0">
        <a:spcBef>
          <a:spcPct val="0"/>
        </a:spcBef>
        <a:spcAft>
          <a:spcPct val="0"/>
        </a:spcAft>
        <a:defRPr sz="2000" b="1">
          <a:solidFill>
            <a:schemeClr val="tx2"/>
          </a:solidFill>
          <a:latin typeface="Verdana" pitchFamily="34" charset="0"/>
          <a:cs typeface="Arial" charset="0"/>
        </a:defRPr>
      </a:lvl3pPr>
      <a:lvl4pPr algn="l" rtl="0" eaLnBrk="0" fontAlgn="base" hangingPunct="0">
        <a:spcBef>
          <a:spcPct val="0"/>
        </a:spcBef>
        <a:spcAft>
          <a:spcPct val="0"/>
        </a:spcAft>
        <a:defRPr sz="2000" b="1">
          <a:solidFill>
            <a:schemeClr val="tx2"/>
          </a:solidFill>
          <a:latin typeface="Verdana" pitchFamily="34" charset="0"/>
          <a:cs typeface="Arial" charset="0"/>
        </a:defRPr>
      </a:lvl4pPr>
      <a:lvl5pPr algn="l" rtl="0" eaLnBrk="0" fontAlgn="base" hangingPunct="0">
        <a:spcBef>
          <a:spcPct val="0"/>
        </a:spcBef>
        <a:spcAft>
          <a:spcPct val="0"/>
        </a:spcAft>
        <a:defRPr sz="2000" b="1">
          <a:solidFill>
            <a:schemeClr val="tx2"/>
          </a:solidFill>
          <a:latin typeface="Verdana" pitchFamily="34" charset="0"/>
          <a:cs typeface="Arial" charset="0"/>
        </a:defRPr>
      </a:lvl5pPr>
      <a:lvl6pPr marL="457200" algn="l" rtl="0" fontAlgn="base">
        <a:spcBef>
          <a:spcPct val="0"/>
        </a:spcBef>
        <a:spcAft>
          <a:spcPct val="0"/>
        </a:spcAft>
        <a:defRPr sz="2400" b="1">
          <a:solidFill>
            <a:schemeClr val="tx2"/>
          </a:solidFill>
          <a:latin typeface="Verdana" pitchFamily="34" charset="0"/>
          <a:cs typeface="Arial" charset="0"/>
        </a:defRPr>
      </a:lvl6pPr>
      <a:lvl7pPr marL="914400" algn="l" rtl="0" fontAlgn="base">
        <a:spcBef>
          <a:spcPct val="0"/>
        </a:spcBef>
        <a:spcAft>
          <a:spcPct val="0"/>
        </a:spcAft>
        <a:defRPr sz="2400" b="1">
          <a:solidFill>
            <a:schemeClr val="tx2"/>
          </a:solidFill>
          <a:latin typeface="Verdana" pitchFamily="34" charset="0"/>
          <a:cs typeface="Arial" charset="0"/>
        </a:defRPr>
      </a:lvl7pPr>
      <a:lvl8pPr marL="1371600" algn="l" rtl="0" fontAlgn="base">
        <a:spcBef>
          <a:spcPct val="0"/>
        </a:spcBef>
        <a:spcAft>
          <a:spcPct val="0"/>
        </a:spcAft>
        <a:defRPr sz="2400" b="1">
          <a:solidFill>
            <a:schemeClr val="tx2"/>
          </a:solidFill>
          <a:latin typeface="Verdana" pitchFamily="34" charset="0"/>
          <a:cs typeface="Arial" charset="0"/>
        </a:defRPr>
      </a:lvl8pPr>
      <a:lvl9pPr marL="1828800" algn="l" rtl="0" fontAlgn="base">
        <a:spcBef>
          <a:spcPct val="0"/>
        </a:spcBef>
        <a:spcAft>
          <a:spcPct val="0"/>
        </a:spcAft>
        <a:defRPr sz="2400" b="1">
          <a:solidFill>
            <a:schemeClr val="tx2"/>
          </a:solidFill>
          <a:latin typeface="Verdana" pitchFamily="34" charset="0"/>
          <a:cs typeface="Arial" charset="0"/>
        </a:defRPr>
      </a:lvl9pPr>
    </p:titleStyle>
    <p:bodyStyle>
      <a:lvl1pPr marL="177800" indent="-177800" algn="l" rtl="0" eaLnBrk="0" fontAlgn="base" hangingPunct="0">
        <a:spcBef>
          <a:spcPct val="20000"/>
        </a:spcBef>
        <a:spcAft>
          <a:spcPct val="0"/>
        </a:spcAft>
        <a:buClr>
          <a:schemeClr val="tx2"/>
        </a:buClr>
        <a:buChar char="•"/>
        <a:defRPr sz="1600">
          <a:solidFill>
            <a:schemeClr val="tx1"/>
          </a:solidFill>
          <a:latin typeface="+mn-lt"/>
          <a:ea typeface="+mn-ea"/>
          <a:cs typeface="+mn-cs"/>
        </a:defRPr>
      </a:lvl1pPr>
      <a:lvl2pPr marL="534988" indent="-177800" algn="l" rtl="0" eaLnBrk="0" fontAlgn="base" hangingPunct="0">
        <a:spcBef>
          <a:spcPct val="20000"/>
        </a:spcBef>
        <a:spcAft>
          <a:spcPct val="0"/>
        </a:spcAft>
        <a:buClr>
          <a:schemeClr val="tx2"/>
        </a:buClr>
        <a:buChar char="•"/>
        <a:defRPr sz="1600">
          <a:solidFill>
            <a:schemeClr val="tx1"/>
          </a:solidFill>
          <a:latin typeface="+mn-lt"/>
          <a:cs typeface="+mn-cs"/>
        </a:defRPr>
      </a:lvl2pPr>
      <a:lvl3pPr marL="903288" indent="-188913" algn="l" rtl="0" eaLnBrk="0" fontAlgn="base" hangingPunct="0">
        <a:spcBef>
          <a:spcPct val="20000"/>
        </a:spcBef>
        <a:spcAft>
          <a:spcPct val="0"/>
        </a:spcAft>
        <a:buClr>
          <a:schemeClr val="tx2"/>
        </a:buClr>
        <a:buChar char="•"/>
        <a:defRPr sz="1600">
          <a:solidFill>
            <a:schemeClr val="tx1"/>
          </a:solidFill>
          <a:latin typeface="+mn-lt"/>
          <a:cs typeface="+mn-cs"/>
        </a:defRPr>
      </a:lvl3pPr>
      <a:lvl4pPr marL="1258888" indent="-176213" algn="l" rtl="0" eaLnBrk="0" fontAlgn="base" hangingPunct="0">
        <a:spcBef>
          <a:spcPct val="20000"/>
        </a:spcBef>
        <a:spcAft>
          <a:spcPct val="0"/>
        </a:spcAft>
        <a:buClr>
          <a:schemeClr val="tx2"/>
        </a:buClr>
        <a:buChar char="•"/>
        <a:defRPr sz="1600">
          <a:solidFill>
            <a:schemeClr val="tx1"/>
          </a:solidFill>
          <a:latin typeface="+mn-lt"/>
          <a:cs typeface="+mn-cs"/>
        </a:defRPr>
      </a:lvl4pPr>
      <a:lvl5pPr marL="1614488" indent="-176213" algn="l" rtl="0" eaLnBrk="0" fontAlgn="base" hangingPunct="0">
        <a:spcBef>
          <a:spcPct val="20000"/>
        </a:spcBef>
        <a:spcAft>
          <a:spcPct val="0"/>
        </a:spcAft>
        <a:buClr>
          <a:schemeClr val="tx2"/>
        </a:buClr>
        <a:buChar char="•"/>
        <a:defRPr sz="1600">
          <a:solidFill>
            <a:schemeClr val="tx1"/>
          </a:solidFill>
          <a:latin typeface="+mn-lt"/>
          <a:cs typeface="+mn-cs"/>
        </a:defRPr>
      </a:lvl5pPr>
      <a:lvl6pPr marL="2071688" indent="-176213" algn="l" rtl="0" fontAlgn="base">
        <a:spcBef>
          <a:spcPct val="20000"/>
        </a:spcBef>
        <a:spcAft>
          <a:spcPct val="0"/>
        </a:spcAft>
        <a:buClr>
          <a:schemeClr val="tx2"/>
        </a:buClr>
        <a:buChar char="•"/>
        <a:defRPr sz="1600">
          <a:solidFill>
            <a:schemeClr val="tx1"/>
          </a:solidFill>
          <a:latin typeface="+mn-lt"/>
          <a:cs typeface="+mn-cs"/>
        </a:defRPr>
      </a:lvl6pPr>
      <a:lvl7pPr marL="2528888" indent="-176213" algn="l" rtl="0" fontAlgn="base">
        <a:spcBef>
          <a:spcPct val="20000"/>
        </a:spcBef>
        <a:spcAft>
          <a:spcPct val="0"/>
        </a:spcAft>
        <a:buClr>
          <a:schemeClr val="tx2"/>
        </a:buClr>
        <a:buChar char="•"/>
        <a:defRPr sz="1600">
          <a:solidFill>
            <a:schemeClr val="tx1"/>
          </a:solidFill>
          <a:latin typeface="+mn-lt"/>
          <a:cs typeface="+mn-cs"/>
        </a:defRPr>
      </a:lvl7pPr>
      <a:lvl8pPr marL="2986088" indent="-176213" algn="l" rtl="0" fontAlgn="base">
        <a:spcBef>
          <a:spcPct val="20000"/>
        </a:spcBef>
        <a:spcAft>
          <a:spcPct val="0"/>
        </a:spcAft>
        <a:buClr>
          <a:schemeClr val="tx2"/>
        </a:buClr>
        <a:buChar char="•"/>
        <a:defRPr sz="1600">
          <a:solidFill>
            <a:schemeClr val="tx1"/>
          </a:solidFill>
          <a:latin typeface="+mn-lt"/>
          <a:cs typeface="+mn-cs"/>
        </a:defRPr>
      </a:lvl8pPr>
      <a:lvl9pPr marL="3443288" indent="-176213" algn="l" rtl="0" fontAlgn="base">
        <a:spcBef>
          <a:spcPct val="20000"/>
        </a:spcBef>
        <a:spcAft>
          <a:spcPct val="0"/>
        </a:spcAft>
        <a:buClr>
          <a:schemeClr val="tx2"/>
        </a:buClr>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386" name="Picture 10" descr="ANZP0060_Reports_PerspectiveShape"/>
          <p:cNvPicPr>
            <a:picLocks noChangeAspect="1" noChangeArrowheads="1"/>
          </p:cNvPicPr>
          <p:nvPr/>
        </p:nvPicPr>
        <p:blipFill>
          <a:blip r:embed="rId13"/>
          <a:srcRect/>
          <a:stretch>
            <a:fillRect/>
          </a:stretch>
        </p:blipFill>
        <p:spPr bwMode="auto">
          <a:xfrm>
            <a:off x="0" y="0"/>
            <a:ext cx="9144000" cy="411163"/>
          </a:xfrm>
          <a:prstGeom prst="rect">
            <a:avLst/>
          </a:prstGeom>
          <a:noFill/>
          <a:ln w="9525">
            <a:noFill/>
            <a:miter lim="800000"/>
            <a:headEnd/>
            <a:tailEnd/>
          </a:ln>
        </p:spPr>
      </p:pic>
      <p:sp>
        <p:nvSpPr>
          <p:cNvPr id="8" name="Text Box 7"/>
          <p:cNvSpPr txBox="1">
            <a:spLocks noChangeArrowheads="1"/>
          </p:cNvSpPr>
          <p:nvPr userDrawn="1"/>
        </p:nvSpPr>
        <p:spPr bwMode="gray">
          <a:xfrm>
            <a:off x="4238625" y="6619875"/>
            <a:ext cx="665163" cy="122238"/>
          </a:xfrm>
          <a:prstGeom prst="rect">
            <a:avLst/>
          </a:prstGeom>
          <a:noFill/>
          <a:ln>
            <a:noFill/>
          </a:ln>
          <a:effectLst/>
          <a:extLst/>
        </p:spPr>
        <p:txBody>
          <a:bodyPr lIns="0" tIns="0" rIns="0" bIns="0">
            <a:spAutoFit/>
          </a:bodyPr>
          <a:lstStyle>
            <a:lvl1pPr algn="ctr" defTabSz="793750" eaLnBrk="0" hangingPunct="0">
              <a:spcBef>
                <a:spcPct val="0"/>
              </a:spcBef>
              <a:defRPr sz="800" b="1">
                <a:solidFill>
                  <a:schemeClr val="tx1"/>
                </a:solidFill>
                <a:latin typeface="Verdana" pitchFamily="34" charset="0"/>
                <a:cs typeface="Arial" charset="0"/>
              </a:defRPr>
            </a:lvl1pPr>
            <a:lvl2pPr algn="ctr" defTabSz="793750" eaLnBrk="0" hangingPunct="0">
              <a:spcBef>
                <a:spcPct val="0"/>
              </a:spcBef>
              <a:defRPr sz="800" b="1">
                <a:solidFill>
                  <a:schemeClr val="tx1"/>
                </a:solidFill>
                <a:latin typeface="Verdana" pitchFamily="34" charset="0"/>
                <a:cs typeface="Arial" charset="0"/>
              </a:defRPr>
            </a:lvl2pPr>
            <a:lvl3pPr algn="ctr" defTabSz="793750" eaLnBrk="0" hangingPunct="0">
              <a:spcBef>
                <a:spcPct val="0"/>
              </a:spcBef>
              <a:defRPr sz="800" b="1">
                <a:solidFill>
                  <a:schemeClr val="tx1"/>
                </a:solidFill>
                <a:latin typeface="Verdana" pitchFamily="34" charset="0"/>
                <a:cs typeface="Arial" charset="0"/>
              </a:defRPr>
            </a:lvl3pPr>
            <a:lvl4pPr algn="ctr" defTabSz="793750" eaLnBrk="0" hangingPunct="0">
              <a:spcBef>
                <a:spcPct val="0"/>
              </a:spcBef>
              <a:defRPr sz="800" b="1">
                <a:solidFill>
                  <a:schemeClr val="tx1"/>
                </a:solidFill>
                <a:latin typeface="Verdana" pitchFamily="34" charset="0"/>
                <a:cs typeface="Arial" charset="0"/>
              </a:defRPr>
            </a:lvl4pPr>
            <a:lvl5pPr algn="ctr" defTabSz="793750" eaLnBrk="0" hangingPunct="0">
              <a:spcBef>
                <a:spcPct val="0"/>
              </a:spcBef>
              <a:defRPr sz="800" b="1">
                <a:solidFill>
                  <a:schemeClr val="tx1"/>
                </a:solidFill>
                <a:latin typeface="Verdana" pitchFamily="34" charset="0"/>
                <a:cs typeface="Arial" charset="0"/>
              </a:defRPr>
            </a:lvl5pPr>
            <a:lvl6pPr algn="ctr" defTabSz="793750" eaLnBrk="0" fontAlgn="t" hangingPunct="0">
              <a:spcBef>
                <a:spcPct val="0"/>
              </a:spcBef>
              <a:spcAft>
                <a:spcPct val="0"/>
              </a:spcAft>
              <a:defRPr sz="800" b="1">
                <a:solidFill>
                  <a:schemeClr val="tx1"/>
                </a:solidFill>
                <a:latin typeface="Verdana" pitchFamily="34" charset="0"/>
                <a:cs typeface="Arial" charset="0"/>
              </a:defRPr>
            </a:lvl6pPr>
            <a:lvl7pPr algn="ctr" defTabSz="793750" eaLnBrk="0" fontAlgn="t" hangingPunct="0">
              <a:spcBef>
                <a:spcPct val="0"/>
              </a:spcBef>
              <a:spcAft>
                <a:spcPct val="0"/>
              </a:spcAft>
              <a:defRPr sz="800" b="1">
                <a:solidFill>
                  <a:schemeClr val="tx1"/>
                </a:solidFill>
                <a:latin typeface="Verdana" pitchFamily="34" charset="0"/>
                <a:cs typeface="Arial" charset="0"/>
              </a:defRPr>
            </a:lvl7pPr>
            <a:lvl8pPr algn="ctr" defTabSz="793750" eaLnBrk="0" fontAlgn="t" hangingPunct="0">
              <a:spcBef>
                <a:spcPct val="0"/>
              </a:spcBef>
              <a:spcAft>
                <a:spcPct val="0"/>
              </a:spcAft>
              <a:defRPr sz="800" b="1">
                <a:solidFill>
                  <a:schemeClr val="tx1"/>
                </a:solidFill>
                <a:latin typeface="Verdana" pitchFamily="34" charset="0"/>
                <a:cs typeface="Arial" charset="0"/>
              </a:defRPr>
            </a:lvl8pPr>
            <a:lvl9pPr algn="ctr" defTabSz="793750" eaLnBrk="0" fontAlgn="t" hangingPunct="0">
              <a:spcBef>
                <a:spcPct val="0"/>
              </a:spcBef>
              <a:spcAft>
                <a:spcPct val="0"/>
              </a:spcAft>
              <a:defRPr sz="800" b="1">
                <a:solidFill>
                  <a:schemeClr val="tx1"/>
                </a:solidFill>
                <a:latin typeface="Verdana" pitchFamily="34" charset="0"/>
                <a:cs typeface="Arial" charset="0"/>
              </a:defRPr>
            </a:lvl9pPr>
          </a:lstStyle>
          <a:p>
            <a:pPr eaLnBrk="1" fontAlgn="t" hangingPunct="1">
              <a:spcBef>
                <a:spcPct val="50000"/>
              </a:spcBef>
              <a:defRPr/>
            </a:pPr>
            <a:r>
              <a:rPr lang="en-GB" b="0" dirty="0">
                <a:solidFill>
                  <a:schemeClr val="tx2"/>
                </a:solidFill>
              </a:rPr>
              <a:t>Page </a:t>
            </a:r>
            <a:fld id="{1D0C1FC2-4B43-4A7F-8A6B-F55032C350C8}" type="slidenum">
              <a:rPr lang="en-GB" b="0" smtClean="0">
                <a:solidFill>
                  <a:schemeClr val="tx2"/>
                </a:solidFill>
              </a:rPr>
              <a:pPr eaLnBrk="1" fontAlgn="t" hangingPunct="1">
                <a:spcBef>
                  <a:spcPct val="50000"/>
                </a:spcBef>
                <a:defRPr/>
              </a:pPr>
              <a:t>‹#›</a:t>
            </a:fld>
            <a:endParaRPr lang="en-GB" b="0" dirty="0">
              <a:solidFill>
                <a:schemeClr val="tx2"/>
              </a:solidFill>
            </a:endParaRPr>
          </a:p>
        </p:txBody>
      </p:sp>
      <p:sp>
        <p:nvSpPr>
          <p:cNvPr id="16388" name="Rectangle 3"/>
          <p:cNvSpPr>
            <a:spLocks noGrp="1" noChangeArrowheads="1"/>
          </p:cNvSpPr>
          <p:nvPr>
            <p:ph type="title"/>
          </p:nvPr>
        </p:nvSpPr>
        <p:spPr bwMode="auto">
          <a:xfrm>
            <a:off x="227013" y="476250"/>
            <a:ext cx="8024812" cy="3603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16389" name="Rectangle 4"/>
          <p:cNvSpPr>
            <a:spLocks noGrp="1" noChangeArrowheads="1"/>
          </p:cNvSpPr>
          <p:nvPr>
            <p:ph type="body" idx="1"/>
          </p:nvPr>
        </p:nvSpPr>
        <p:spPr bwMode="auto">
          <a:xfrm>
            <a:off x="574675" y="971550"/>
            <a:ext cx="80248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Rectangle 5"/>
          <p:cNvSpPr>
            <a:spLocks noGrp="1" noChangeArrowheads="1"/>
          </p:cNvSpPr>
          <p:nvPr>
            <p:ph type="dt" sz="quarter" idx="2"/>
          </p:nvPr>
        </p:nvSpPr>
        <p:spPr bwMode="auto">
          <a:xfrm>
            <a:off x="6426200" y="3922713"/>
            <a:ext cx="2133600" cy="476250"/>
          </a:xfrm>
          <a:prstGeom prst="rect">
            <a:avLst/>
          </a:prstGeom>
          <a:extLst/>
        </p:spPr>
        <p:txBody>
          <a:bodyPr vert="horz" wrap="square" lIns="0" tIns="0" rIns="0" bIns="0" numCol="1" anchor="t" anchorCtr="0" compatLnSpc="1">
            <a:prstTxWarp prst="textNoShape">
              <a:avLst/>
            </a:prstTxWarp>
          </a:bodyPr>
          <a:lstStyle>
            <a:lvl1pPr algn="r">
              <a:defRPr sz="1800" b="0">
                <a:solidFill>
                  <a:schemeClr val="tx2"/>
                </a:solidFill>
                <a:latin typeface="Arial" charset="0"/>
              </a:defRPr>
            </a:lvl1pPr>
          </a:lstStyle>
          <a:p>
            <a:pPr>
              <a:defRPr/>
            </a:pPr>
            <a:fld id="{D390BF02-7044-47B7-80CA-97442D9FA6AD}" type="datetimeFigureOut">
              <a:rPr lang="en-AU"/>
              <a:pPr>
                <a:defRPr/>
              </a:pPr>
              <a:t>4/04/2017</a:t>
            </a:fld>
            <a:endParaRPr lang="en-AU" dirty="0"/>
          </a:p>
        </p:txBody>
      </p:sp>
      <p:sp>
        <p:nvSpPr>
          <p:cNvPr id="19473" name="Line 17"/>
          <p:cNvSpPr>
            <a:spLocks noChangeShapeType="1"/>
          </p:cNvSpPr>
          <p:nvPr userDrawn="1"/>
        </p:nvSpPr>
        <p:spPr bwMode="auto">
          <a:xfrm>
            <a:off x="252413" y="800100"/>
            <a:ext cx="7777162" cy="0"/>
          </a:xfrm>
          <a:prstGeom prst="line">
            <a:avLst/>
          </a:prstGeom>
          <a:noFill/>
          <a:ln w="6350">
            <a:solidFill>
              <a:schemeClr val="tx2"/>
            </a:solidFill>
            <a:round/>
            <a:headEnd/>
            <a:tailEnd/>
          </a:ln>
          <a:effectLst/>
          <a:extLst/>
        </p:spPr>
        <p:txBody>
          <a:bodyPr/>
          <a:lstStyle/>
          <a:p>
            <a:pPr>
              <a:defRPr/>
            </a:pPr>
            <a:endParaRPr lang="en-AU" sz="1800" b="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l" rtl="0" eaLnBrk="0" fontAlgn="base" hangingPunct="0">
        <a:spcBef>
          <a:spcPct val="0"/>
        </a:spcBef>
        <a:spcAft>
          <a:spcPct val="0"/>
        </a:spcAft>
        <a:defRPr sz="1600" b="1">
          <a:solidFill>
            <a:srgbClr val="007DBA"/>
          </a:solidFill>
          <a:latin typeface="+mj-lt"/>
          <a:ea typeface="+mj-ea"/>
          <a:cs typeface="+mj-cs"/>
        </a:defRPr>
      </a:lvl1pPr>
      <a:lvl2pPr algn="l" rtl="0" eaLnBrk="0" fontAlgn="base" hangingPunct="0">
        <a:spcBef>
          <a:spcPct val="0"/>
        </a:spcBef>
        <a:spcAft>
          <a:spcPct val="0"/>
        </a:spcAft>
        <a:defRPr sz="1600" b="1">
          <a:solidFill>
            <a:srgbClr val="007DBA"/>
          </a:solidFill>
          <a:latin typeface="Verdana" pitchFamily="34" charset="0"/>
          <a:cs typeface="Arial" charset="0"/>
        </a:defRPr>
      </a:lvl2pPr>
      <a:lvl3pPr algn="l" rtl="0" eaLnBrk="0" fontAlgn="base" hangingPunct="0">
        <a:spcBef>
          <a:spcPct val="0"/>
        </a:spcBef>
        <a:spcAft>
          <a:spcPct val="0"/>
        </a:spcAft>
        <a:defRPr sz="1600" b="1">
          <a:solidFill>
            <a:srgbClr val="007DBA"/>
          </a:solidFill>
          <a:latin typeface="Verdana" pitchFamily="34" charset="0"/>
          <a:cs typeface="Arial" charset="0"/>
        </a:defRPr>
      </a:lvl3pPr>
      <a:lvl4pPr algn="l" rtl="0" eaLnBrk="0" fontAlgn="base" hangingPunct="0">
        <a:spcBef>
          <a:spcPct val="0"/>
        </a:spcBef>
        <a:spcAft>
          <a:spcPct val="0"/>
        </a:spcAft>
        <a:defRPr sz="1600" b="1">
          <a:solidFill>
            <a:srgbClr val="007DBA"/>
          </a:solidFill>
          <a:latin typeface="Verdana" pitchFamily="34" charset="0"/>
          <a:cs typeface="Arial" charset="0"/>
        </a:defRPr>
      </a:lvl4pPr>
      <a:lvl5pPr algn="l" rtl="0" eaLnBrk="0" fontAlgn="base" hangingPunct="0">
        <a:spcBef>
          <a:spcPct val="0"/>
        </a:spcBef>
        <a:spcAft>
          <a:spcPct val="0"/>
        </a:spcAft>
        <a:defRPr sz="1600" b="1">
          <a:solidFill>
            <a:srgbClr val="007DBA"/>
          </a:solidFill>
          <a:latin typeface="Verdana" pitchFamily="34" charset="0"/>
          <a:cs typeface="Arial" charset="0"/>
        </a:defRPr>
      </a:lvl5pPr>
      <a:lvl6pPr marL="457200" algn="l" rtl="0" fontAlgn="base">
        <a:spcBef>
          <a:spcPct val="0"/>
        </a:spcBef>
        <a:spcAft>
          <a:spcPct val="0"/>
        </a:spcAft>
        <a:defRPr sz="1600" b="1">
          <a:solidFill>
            <a:srgbClr val="007DBA"/>
          </a:solidFill>
          <a:latin typeface="Verdana" pitchFamily="34" charset="0"/>
          <a:cs typeface="Arial" charset="0"/>
        </a:defRPr>
      </a:lvl6pPr>
      <a:lvl7pPr marL="914400" algn="l" rtl="0" fontAlgn="base">
        <a:spcBef>
          <a:spcPct val="0"/>
        </a:spcBef>
        <a:spcAft>
          <a:spcPct val="0"/>
        </a:spcAft>
        <a:defRPr sz="1600" b="1">
          <a:solidFill>
            <a:srgbClr val="007DBA"/>
          </a:solidFill>
          <a:latin typeface="Verdana" pitchFamily="34" charset="0"/>
          <a:cs typeface="Arial" charset="0"/>
        </a:defRPr>
      </a:lvl7pPr>
      <a:lvl8pPr marL="1371600" algn="l" rtl="0" fontAlgn="base">
        <a:spcBef>
          <a:spcPct val="0"/>
        </a:spcBef>
        <a:spcAft>
          <a:spcPct val="0"/>
        </a:spcAft>
        <a:defRPr sz="1600" b="1">
          <a:solidFill>
            <a:srgbClr val="007DBA"/>
          </a:solidFill>
          <a:latin typeface="Verdana" pitchFamily="34" charset="0"/>
          <a:cs typeface="Arial" charset="0"/>
        </a:defRPr>
      </a:lvl8pPr>
      <a:lvl9pPr marL="1828800" algn="l" rtl="0" fontAlgn="base">
        <a:spcBef>
          <a:spcPct val="0"/>
        </a:spcBef>
        <a:spcAft>
          <a:spcPct val="0"/>
        </a:spcAft>
        <a:defRPr sz="1600" b="1">
          <a:solidFill>
            <a:srgbClr val="007DBA"/>
          </a:solidFill>
          <a:latin typeface="Verdana" pitchFamily="34" charset="0"/>
          <a:cs typeface="Arial" charset="0"/>
        </a:defRPr>
      </a:lvl9pPr>
    </p:titleStyle>
    <p:bodyStyle>
      <a:lvl1pPr marL="182563" indent="-182563" algn="l" rtl="0" eaLnBrk="0" fontAlgn="base" hangingPunct="0">
        <a:spcBef>
          <a:spcPct val="20000"/>
        </a:spcBef>
        <a:spcAft>
          <a:spcPct val="0"/>
        </a:spcAft>
        <a:buClr>
          <a:schemeClr val="accent1"/>
        </a:buClr>
        <a:buChar char="•"/>
        <a:defRPr sz="1200">
          <a:solidFill>
            <a:schemeClr val="tx1"/>
          </a:solidFill>
          <a:latin typeface="+mn-lt"/>
          <a:ea typeface="+mn-ea"/>
          <a:cs typeface="+mn-cs"/>
        </a:defRPr>
      </a:lvl1pPr>
      <a:lvl2pPr marL="539750" indent="-177800" algn="l" rtl="0" eaLnBrk="0" fontAlgn="base" hangingPunct="0">
        <a:spcBef>
          <a:spcPct val="20000"/>
        </a:spcBef>
        <a:spcAft>
          <a:spcPct val="0"/>
        </a:spcAft>
        <a:buClr>
          <a:schemeClr val="accent1"/>
        </a:buClr>
        <a:buChar char="•"/>
        <a:defRPr sz="1200">
          <a:solidFill>
            <a:schemeClr val="tx1"/>
          </a:solidFill>
          <a:latin typeface="+mn-lt"/>
          <a:cs typeface="+mn-cs"/>
        </a:defRPr>
      </a:lvl2pPr>
      <a:lvl3pPr marL="895350" indent="-176213" algn="l" rtl="0" eaLnBrk="0" fontAlgn="base" hangingPunct="0">
        <a:spcBef>
          <a:spcPct val="20000"/>
        </a:spcBef>
        <a:spcAft>
          <a:spcPct val="0"/>
        </a:spcAft>
        <a:buClr>
          <a:schemeClr val="accent1"/>
        </a:buClr>
        <a:buChar char="•"/>
        <a:defRPr sz="1200">
          <a:solidFill>
            <a:schemeClr val="tx1"/>
          </a:solidFill>
          <a:latin typeface="+mn-lt"/>
          <a:cs typeface="+mn-cs"/>
        </a:defRPr>
      </a:lvl3pPr>
      <a:lvl4pPr marL="1252538" indent="-177800" algn="l" rtl="0" eaLnBrk="0" fontAlgn="base" hangingPunct="0">
        <a:spcBef>
          <a:spcPct val="20000"/>
        </a:spcBef>
        <a:spcAft>
          <a:spcPct val="0"/>
        </a:spcAft>
        <a:buClr>
          <a:schemeClr val="accent1"/>
        </a:buClr>
        <a:buChar char="•"/>
        <a:defRPr sz="1200">
          <a:solidFill>
            <a:schemeClr val="tx1"/>
          </a:solidFill>
          <a:latin typeface="+mn-lt"/>
          <a:cs typeface="+mn-cs"/>
        </a:defRPr>
      </a:lvl4pPr>
      <a:lvl5pPr marL="1619250" indent="-187325" algn="l" rtl="0" eaLnBrk="0" fontAlgn="base" hangingPunct="0">
        <a:spcBef>
          <a:spcPct val="20000"/>
        </a:spcBef>
        <a:spcAft>
          <a:spcPct val="0"/>
        </a:spcAft>
        <a:buClr>
          <a:schemeClr val="accent1"/>
        </a:buClr>
        <a:buChar char="•"/>
        <a:defRPr sz="1200">
          <a:solidFill>
            <a:schemeClr val="tx1"/>
          </a:solidFill>
          <a:latin typeface="+mn-lt"/>
          <a:cs typeface="+mn-cs"/>
        </a:defRPr>
      </a:lvl5pPr>
      <a:lvl6pPr marL="2076450" indent="-187325" algn="l" rtl="0" fontAlgn="base">
        <a:spcBef>
          <a:spcPct val="20000"/>
        </a:spcBef>
        <a:spcAft>
          <a:spcPct val="0"/>
        </a:spcAft>
        <a:buClr>
          <a:schemeClr val="accent1"/>
        </a:buClr>
        <a:buChar char="•"/>
        <a:defRPr sz="1200">
          <a:solidFill>
            <a:schemeClr val="tx1"/>
          </a:solidFill>
          <a:latin typeface="+mn-lt"/>
          <a:cs typeface="+mn-cs"/>
        </a:defRPr>
      </a:lvl6pPr>
      <a:lvl7pPr marL="2533650" indent="-187325" algn="l" rtl="0" fontAlgn="base">
        <a:spcBef>
          <a:spcPct val="20000"/>
        </a:spcBef>
        <a:spcAft>
          <a:spcPct val="0"/>
        </a:spcAft>
        <a:buClr>
          <a:schemeClr val="accent1"/>
        </a:buClr>
        <a:buChar char="•"/>
        <a:defRPr sz="1200">
          <a:solidFill>
            <a:schemeClr val="tx1"/>
          </a:solidFill>
          <a:latin typeface="+mn-lt"/>
          <a:cs typeface="+mn-cs"/>
        </a:defRPr>
      </a:lvl7pPr>
      <a:lvl8pPr marL="2990850" indent="-187325" algn="l" rtl="0" fontAlgn="base">
        <a:spcBef>
          <a:spcPct val="20000"/>
        </a:spcBef>
        <a:spcAft>
          <a:spcPct val="0"/>
        </a:spcAft>
        <a:buClr>
          <a:schemeClr val="accent1"/>
        </a:buClr>
        <a:buChar char="•"/>
        <a:defRPr sz="1200">
          <a:solidFill>
            <a:schemeClr val="tx1"/>
          </a:solidFill>
          <a:latin typeface="+mn-lt"/>
          <a:cs typeface="+mn-cs"/>
        </a:defRPr>
      </a:lvl8pPr>
      <a:lvl9pPr marL="3448050" indent="-187325" algn="l" rtl="0" fontAlgn="base">
        <a:spcBef>
          <a:spcPct val="20000"/>
        </a:spcBef>
        <a:spcAft>
          <a:spcPct val="0"/>
        </a:spcAft>
        <a:buClr>
          <a:schemeClr val="accent1"/>
        </a:buClr>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457200" y="333375"/>
            <a:ext cx="8228013" cy="46831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AU"/>
              <a:t>Click to edit Master title style</a:t>
            </a:r>
          </a:p>
        </p:txBody>
      </p:sp>
      <p:sp>
        <p:nvSpPr>
          <p:cNvPr id="28675" name="Rectangle 3"/>
          <p:cNvSpPr>
            <a:spLocks noGrp="1" noChangeArrowheads="1"/>
          </p:cNvSpPr>
          <p:nvPr>
            <p:ph type="body" idx="1"/>
          </p:nvPr>
        </p:nvSpPr>
        <p:spPr bwMode="auto">
          <a:xfrm>
            <a:off x="457200" y="1485900"/>
            <a:ext cx="8228013" cy="359886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4037636" name="Line 4"/>
          <p:cNvSpPr>
            <a:spLocks noChangeShapeType="1"/>
          </p:cNvSpPr>
          <p:nvPr/>
        </p:nvSpPr>
        <p:spPr bwMode="auto">
          <a:xfrm>
            <a:off x="455613" y="873125"/>
            <a:ext cx="8228012" cy="0"/>
          </a:xfrm>
          <a:prstGeom prst="line">
            <a:avLst/>
          </a:prstGeom>
          <a:noFill/>
          <a:ln w="9525">
            <a:solidFill>
              <a:schemeClr val="tx2"/>
            </a:solidFill>
            <a:round/>
            <a:headEnd/>
            <a:tailEnd/>
          </a:ln>
          <a:effectLst/>
        </p:spPr>
        <p:txBody>
          <a:bodyPr/>
          <a:lstStyle/>
          <a:p>
            <a:pPr>
              <a:defRPr/>
            </a:pPr>
            <a:endParaRPr lang="en-AU" dirty="0">
              <a:solidFill>
                <a:schemeClr val="tx1"/>
              </a:solidFill>
            </a:endParaRPr>
          </a:p>
        </p:txBody>
      </p:sp>
      <p:sp>
        <p:nvSpPr>
          <p:cNvPr id="4037637" name="Rectangle 5"/>
          <p:cNvSpPr>
            <a:spLocks noGrp="1" noChangeArrowheads="1"/>
          </p:cNvSpPr>
          <p:nvPr>
            <p:ph type="sldNum" sz="quarter" idx="4"/>
          </p:nvPr>
        </p:nvSpPr>
        <p:spPr bwMode="auto">
          <a:xfrm>
            <a:off x="8807450" y="6572250"/>
            <a:ext cx="217488" cy="152400"/>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a:defRPr b="0">
                <a:solidFill>
                  <a:schemeClr val="tx2"/>
                </a:solidFill>
              </a:defRPr>
            </a:lvl1pPr>
          </a:lstStyle>
          <a:p>
            <a:pPr>
              <a:defRPr/>
            </a:pPr>
            <a:fld id="{4F487362-8DD8-4FF8-BFB0-67A7C94AB950}" type="slidenum">
              <a:rPr lang="en-AU"/>
              <a:pPr>
                <a:defRPr/>
              </a:pPr>
              <a:t>‹#›</a:t>
            </a:fld>
            <a:endParaRPr lang="en-AU"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rtl="0" eaLnBrk="0" fontAlgn="base" hangingPunct="0">
        <a:spcBef>
          <a:spcPct val="0"/>
        </a:spcBef>
        <a:spcAft>
          <a:spcPct val="0"/>
        </a:spcAft>
        <a:defRPr sz="1600" b="1">
          <a:solidFill>
            <a:schemeClr val="tx2"/>
          </a:solidFill>
          <a:latin typeface="+mj-lt"/>
          <a:ea typeface="+mj-ea"/>
          <a:cs typeface="+mj-cs"/>
        </a:defRPr>
      </a:lvl1pPr>
      <a:lvl2pPr algn="l" rtl="0" eaLnBrk="0" fontAlgn="base" hangingPunct="0">
        <a:spcBef>
          <a:spcPct val="0"/>
        </a:spcBef>
        <a:spcAft>
          <a:spcPct val="0"/>
        </a:spcAft>
        <a:defRPr sz="1600" b="1">
          <a:solidFill>
            <a:schemeClr val="tx2"/>
          </a:solidFill>
          <a:latin typeface="Verdana" pitchFamily="34" charset="0"/>
          <a:cs typeface="Arial" charset="0"/>
        </a:defRPr>
      </a:lvl2pPr>
      <a:lvl3pPr algn="l" rtl="0" eaLnBrk="0" fontAlgn="base" hangingPunct="0">
        <a:spcBef>
          <a:spcPct val="0"/>
        </a:spcBef>
        <a:spcAft>
          <a:spcPct val="0"/>
        </a:spcAft>
        <a:defRPr sz="1600" b="1">
          <a:solidFill>
            <a:schemeClr val="tx2"/>
          </a:solidFill>
          <a:latin typeface="Verdana" pitchFamily="34" charset="0"/>
          <a:cs typeface="Arial" charset="0"/>
        </a:defRPr>
      </a:lvl3pPr>
      <a:lvl4pPr algn="l" rtl="0" eaLnBrk="0" fontAlgn="base" hangingPunct="0">
        <a:spcBef>
          <a:spcPct val="0"/>
        </a:spcBef>
        <a:spcAft>
          <a:spcPct val="0"/>
        </a:spcAft>
        <a:defRPr sz="1600" b="1">
          <a:solidFill>
            <a:schemeClr val="tx2"/>
          </a:solidFill>
          <a:latin typeface="Verdana" pitchFamily="34" charset="0"/>
          <a:cs typeface="Arial" charset="0"/>
        </a:defRPr>
      </a:lvl4pPr>
      <a:lvl5pPr algn="l" rtl="0" eaLnBrk="0" fontAlgn="base" hangingPunct="0">
        <a:spcBef>
          <a:spcPct val="0"/>
        </a:spcBef>
        <a:spcAft>
          <a:spcPct val="0"/>
        </a:spcAft>
        <a:defRPr sz="1600" b="1">
          <a:solidFill>
            <a:schemeClr val="tx2"/>
          </a:solidFill>
          <a:latin typeface="Verdana" pitchFamily="34" charset="0"/>
          <a:cs typeface="Arial" charset="0"/>
        </a:defRPr>
      </a:lvl5pPr>
      <a:lvl6pPr marL="457200" algn="l" rtl="0" fontAlgn="base">
        <a:spcBef>
          <a:spcPct val="0"/>
        </a:spcBef>
        <a:spcAft>
          <a:spcPct val="0"/>
        </a:spcAft>
        <a:defRPr sz="1600" b="1">
          <a:solidFill>
            <a:schemeClr val="tx2"/>
          </a:solidFill>
          <a:latin typeface="Verdana" pitchFamily="34" charset="0"/>
          <a:cs typeface="Arial" charset="0"/>
        </a:defRPr>
      </a:lvl6pPr>
      <a:lvl7pPr marL="914400" algn="l" rtl="0" fontAlgn="base">
        <a:spcBef>
          <a:spcPct val="0"/>
        </a:spcBef>
        <a:spcAft>
          <a:spcPct val="0"/>
        </a:spcAft>
        <a:defRPr sz="1600" b="1">
          <a:solidFill>
            <a:schemeClr val="tx2"/>
          </a:solidFill>
          <a:latin typeface="Verdana" pitchFamily="34" charset="0"/>
          <a:cs typeface="Arial" charset="0"/>
        </a:defRPr>
      </a:lvl7pPr>
      <a:lvl8pPr marL="1371600" algn="l" rtl="0" fontAlgn="base">
        <a:spcBef>
          <a:spcPct val="0"/>
        </a:spcBef>
        <a:spcAft>
          <a:spcPct val="0"/>
        </a:spcAft>
        <a:defRPr sz="1600" b="1">
          <a:solidFill>
            <a:schemeClr val="tx2"/>
          </a:solidFill>
          <a:latin typeface="Verdana" pitchFamily="34" charset="0"/>
          <a:cs typeface="Arial" charset="0"/>
        </a:defRPr>
      </a:lvl8pPr>
      <a:lvl9pPr marL="1828800" algn="l" rtl="0" fontAlgn="base">
        <a:spcBef>
          <a:spcPct val="0"/>
        </a:spcBef>
        <a:spcAft>
          <a:spcPct val="0"/>
        </a:spcAft>
        <a:defRPr sz="1600" b="1">
          <a:solidFill>
            <a:schemeClr val="tx2"/>
          </a:solidFill>
          <a:latin typeface="Verdana" pitchFamily="34" charset="0"/>
          <a:cs typeface="Arial" charset="0"/>
        </a:defRPr>
      </a:lvl9pPr>
    </p:titleStyle>
    <p:bodyStyle>
      <a:lvl1pPr marL="177800" indent="-177800" algn="l" rtl="0" eaLnBrk="0" fontAlgn="base" hangingPunct="0">
        <a:spcBef>
          <a:spcPct val="0"/>
        </a:spcBef>
        <a:spcAft>
          <a:spcPct val="50000"/>
        </a:spcAft>
        <a:buClr>
          <a:schemeClr val="tx1"/>
        </a:buClr>
        <a:buChar char="•"/>
        <a:defRPr sz="1200">
          <a:solidFill>
            <a:schemeClr val="tx1"/>
          </a:solidFill>
          <a:latin typeface="+mn-lt"/>
          <a:ea typeface="+mn-ea"/>
          <a:cs typeface="+mn-cs"/>
        </a:defRPr>
      </a:lvl1pPr>
      <a:lvl2pPr marL="357188" indent="-177800" algn="l" rtl="0" eaLnBrk="0" fontAlgn="base" hangingPunct="0">
        <a:spcBef>
          <a:spcPct val="0"/>
        </a:spcBef>
        <a:spcAft>
          <a:spcPct val="50000"/>
        </a:spcAft>
        <a:buClr>
          <a:schemeClr val="tx1"/>
        </a:buClr>
        <a:buFont typeface="Verdana" pitchFamily="34" charset="0"/>
        <a:buChar char="-"/>
        <a:defRPr sz="1200">
          <a:solidFill>
            <a:schemeClr val="tx1"/>
          </a:solidFill>
          <a:latin typeface="+mn-lt"/>
          <a:cs typeface="+mn-cs"/>
        </a:defRPr>
      </a:lvl2pPr>
      <a:lvl3pPr marL="558800" indent="-200025" algn="l" rtl="0" eaLnBrk="0" fontAlgn="base" hangingPunct="0">
        <a:spcBef>
          <a:spcPct val="0"/>
        </a:spcBef>
        <a:spcAft>
          <a:spcPct val="50000"/>
        </a:spcAft>
        <a:buClr>
          <a:schemeClr val="tx1"/>
        </a:buClr>
        <a:buFont typeface="Wingdings" pitchFamily="2" charset="2"/>
        <a:buChar char="§"/>
        <a:defRPr sz="1200">
          <a:solidFill>
            <a:schemeClr val="tx1"/>
          </a:solidFill>
          <a:latin typeface="+mn-lt"/>
          <a:cs typeface="+mn-cs"/>
        </a:defRPr>
      </a:lvl3pPr>
      <a:lvl4pPr marL="738188" indent="-177800" algn="l" rtl="0" eaLnBrk="0" fontAlgn="base" hangingPunct="0">
        <a:spcBef>
          <a:spcPct val="0"/>
        </a:spcBef>
        <a:spcAft>
          <a:spcPct val="50000"/>
        </a:spcAft>
        <a:buClr>
          <a:schemeClr val="tx1"/>
        </a:buClr>
        <a:buChar char="o"/>
        <a:defRPr sz="1200">
          <a:solidFill>
            <a:schemeClr val="tx1"/>
          </a:solidFill>
          <a:latin typeface="+mn-lt"/>
          <a:cs typeface="+mn-cs"/>
        </a:defRPr>
      </a:lvl4pPr>
      <a:lvl5pPr marL="917575" indent="-177800" algn="l" rtl="0" eaLnBrk="0" fontAlgn="base" hangingPunct="0">
        <a:spcBef>
          <a:spcPct val="0"/>
        </a:spcBef>
        <a:spcAft>
          <a:spcPct val="50000"/>
        </a:spcAft>
        <a:buClr>
          <a:schemeClr val="tx1"/>
        </a:buClr>
        <a:buFont typeface="Verdana" pitchFamily="34" charset="0"/>
        <a:buChar char="›"/>
        <a:defRPr sz="1200">
          <a:solidFill>
            <a:schemeClr val="tx1"/>
          </a:solidFill>
          <a:latin typeface="+mn-lt"/>
          <a:cs typeface="+mn-cs"/>
        </a:defRPr>
      </a:lvl5pPr>
      <a:lvl6pPr marL="13747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6pPr>
      <a:lvl7pPr marL="18319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7pPr>
      <a:lvl8pPr marL="22891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8pPr>
      <a:lvl9pPr marL="2746375" indent="-177800" algn="l" rtl="0" fontAlgn="base">
        <a:spcBef>
          <a:spcPct val="0"/>
        </a:spcBef>
        <a:spcAft>
          <a:spcPct val="50000"/>
        </a:spcAft>
        <a:buClr>
          <a:schemeClr val="tx1"/>
        </a:buClr>
        <a:buFont typeface="Verdana" pitchFamily="34" charset="0"/>
        <a:buChar char="›"/>
        <a:defRPr sz="12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docs.oracle.com/javase/tutorial/essential/exceptions/runtime.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01632" y="1407353"/>
            <a:ext cx="7988300" cy="1451757"/>
          </a:xfrm>
        </p:spPr>
        <p:txBody>
          <a:bodyPr/>
          <a:lstStyle/>
          <a:p>
            <a:pPr algn="ctr"/>
            <a:r>
              <a:rPr lang="en-US" dirty="0"/>
              <a:t>Java &amp; JEE Training</a:t>
            </a:r>
            <a:br>
              <a:rPr lang="en-US" dirty="0"/>
            </a:br>
            <a:br>
              <a:rPr lang="en-US" dirty="0"/>
            </a:br>
            <a:r>
              <a:rPr lang="en-US" sz="2000" dirty="0"/>
              <a:t>Day 13 – Exception Handling (Contd.)</a:t>
            </a:r>
            <a:endParaRPr lang="en-US" dirty="0"/>
          </a:p>
        </p:txBody>
      </p:sp>
      <p:sp>
        <p:nvSpPr>
          <p:cNvPr id="4" name="Title 2"/>
          <p:cNvSpPr txBox="1">
            <a:spLocks/>
          </p:cNvSpPr>
          <p:nvPr/>
        </p:nvSpPr>
        <p:spPr bwMode="auto">
          <a:xfrm>
            <a:off x="601632" y="3392183"/>
            <a:ext cx="7988300" cy="12350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1" i="0" u="none" strike="noStrike" kern="0" cap="none" spc="0" normalizeH="0" baseline="0" noProof="0" dirty="0">
              <a:ln>
                <a:noFill/>
              </a:ln>
              <a:solidFill>
                <a:schemeClr val="bg1"/>
              </a:solidFill>
              <a:effectLst/>
              <a:uLnTx/>
              <a:uFillTx/>
              <a:latin typeface="+mj-lt"/>
              <a:ea typeface="+mj-ea"/>
              <a:cs typeface="+mj-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0" cap="none" spc="0" normalizeH="0" baseline="0" noProof="0" dirty="0">
                <a:ln>
                  <a:noFill/>
                </a:ln>
                <a:solidFill>
                  <a:schemeClr val="bg1"/>
                </a:solidFill>
                <a:effectLst/>
                <a:uLnTx/>
                <a:uFillTx/>
                <a:latin typeface="+mj-lt"/>
                <a:ea typeface="+mj-ea"/>
                <a:cs typeface="+mj-cs"/>
              </a:rPr>
              <a:t>MindsMapped Consulting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1800" dirty="0"/>
              <a:t>Review of Exception handling concepts from last session…</a:t>
            </a:r>
          </a:p>
        </p:txBody>
      </p:sp>
      <p:sp>
        <p:nvSpPr>
          <p:cNvPr id="3" name="Content Placeholder 2"/>
          <p:cNvSpPr>
            <a:spLocks noGrp="1"/>
          </p:cNvSpPr>
          <p:nvPr>
            <p:ph idx="1"/>
          </p:nvPr>
        </p:nvSpPr>
        <p:spPr/>
        <p:txBody>
          <a:bodyPr/>
          <a:lstStyle/>
          <a:p>
            <a:r>
              <a:rPr lang="en-IN" dirty="0"/>
              <a:t>What is an exception? What is an error?</a:t>
            </a:r>
          </a:p>
          <a:p>
            <a:r>
              <a:rPr lang="en-IN" dirty="0" err="1"/>
              <a:t>Throwable</a:t>
            </a:r>
            <a:r>
              <a:rPr lang="en-IN" dirty="0"/>
              <a:t> class – parent of Exception and Error </a:t>
            </a:r>
          </a:p>
          <a:p>
            <a:r>
              <a:rPr lang="en-IN" dirty="0"/>
              <a:t>Types of Exception: Checked and Unchecked Exceptions</a:t>
            </a:r>
          </a:p>
          <a:p>
            <a:endParaRPr lang="en-IN" dirty="0"/>
          </a:p>
          <a:p>
            <a:endParaRPr lang="en-IN" dirty="0"/>
          </a:p>
        </p:txBody>
      </p:sp>
    </p:spTree>
    <p:extLst>
      <p:ext uri="{BB962C8B-B14F-4D97-AF65-F5344CB8AC3E}">
        <p14:creationId xmlns:p14="http://schemas.microsoft.com/office/powerpoint/2010/main" val="277219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Checked vs Unchecked Exceptions – Hierarchy review</a:t>
            </a:r>
          </a:p>
        </p:txBody>
      </p:sp>
      <p:pic>
        <p:nvPicPr>
          <p:cNvPr id="4" name="Content Placeholder 3"/>
          <p:cNvPicPr>
            <a:picLocks noGrp="1" noChangeAspect="1"/>
          </p:cNvPicPr>
          <p:nvPr>
            <p:ph idx="1"/>
          </p:nvPr>
        </p:nvPicPr>
        <p:blipFill>
          <a:blip r:embed="rId2"/>
          <a:stretch>
            <a:fillRect/>
          </a:stretch>
        </p:blipFill>
        <p:spPr>
          <a:xfrm>
            <a:off x="882442" y="2055744"/>
            <a:ext cx="7849403" cy="4358309"/>
          </a:xfrm>
          <a:prstGeom prst="rect">
            <a:avLst/>
          </a:prstGeom>
        </p:spPr>
      </p:pic>
      <p:sp>
        <p:nvSpPr>
          <p:cNvPr id="5" name="TextBox 4"/>
          <p:cNvSpPr txBox="1"/>
          <p:nvPr/>
        </p:nvSpPr>
        <p:spPr>
          <a:xfrm>
            <a:off x="574675" y="1285461"/>
            <a:ext cx="7910375" cy="646331"/>
          </a:xfrm>
          <a:prstGeom prst="rect">
            <a:avLst/>
          </a:prstGeom>
          <a:noFill/>
        </p:spPr>
        <p:txBody>
          <a:bodyPr wrap="square" rtlCol="0">
            <a:spAutoFit/>
          </a:bodyPr>
          <a:lstStyle/>
          <a:p>
            <a:pPr marL="171450" indent="-171450">
              <a:buFont typeface="Arial" panose="020B0604020202020204" pitchFamily="34" charset="0"/>
              <a:buChar char="•"/>
            </a:pPr>
            <a:r>
              <a:rPr lang="en-IN" sz="1800" dirty="0">
                <a:solidFill>
                  <a:srgbClr val="FF0000"/>
                </a:solidFill>
              </a:rPr>
              <a:t>Checked Exceptions = Subclass of Exception</a:t>
            </a:r>
          </a:p>
          <a:p>
            <a:pPr marL="171450" indent="-171450">
              <a:buFont typeface="Arial" panose="020B0604020202020204" pitchFamily="34" charset="0"/>
              <a:buChar char="•"/>
            </a:pPr>
            <a:r>
              <a:rPr lang="en-IN" sz="1800" dirty="0">
                <a:solidFill>
                  <a:srgbClr val="FF0000"/>
                </a:solidFill>
              </a:rPr>
              <a:t>Unchecked Exceptions = Subclass of </a:t>
            </a:r>
            <a:r>
              <a:rPr lang="en-IN" sz="1800" dirty="0" err="1">
                <a:solidFill>
                  <a:srgbClr val="FF0000"/>
                </a:solidFill>
              </a:rPr>
              <a:t>RuntimeException</a:t>
            </a:r>
            <a:endParaRPr lang="en-IN" sz="1800" dirty="0">
              <a:solidFill>
                <a:srgbClr val="FF0000"/>
              </a:solidFill>
            </a:endParaRPr>
          </a:p>
        </p:txBody>
      </p:sp>
    </p:spTree>
    <p:extLst>
      <p:ext uri="{BB962C8B-B14F-4D97-AF65-F5344CB8AC3E}">
        <p14:creationId xmlns:p14="http://schemas.microsoft.com/office/powerpoint/2010/main" val="3356472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 </a:t>
            </a:r>
          </a:p>
        </p:txBody>
      </p:sp>
      <p:sp>
        <p:nvSpPr>
          <p:cNvPr id="3" name="Content Placeholder 2"/>
          <p:cNvSpPr>
            <a:spLocks noGrp="1"/>
          </p:cNvSpPr>
          <p:nvPr>
            <p:ph idx="1"/>
          </p:nvPr>
        </p:nvSpPr>
        <p:spPr/>
        <p:txBody>
          <a:bodyPr/>
          <a:lstStyle/>
          <a:p>
            <a:r>
              <a:rPr lang="en-IN" dirty="0"/>
              <a:t>throw and throws keywords</a:t>
            </a:r>
          </a:p>
          <a:p>
            <a:r>
              <a:rPr lang="en-IN" dirty="0"/>
              <a:t>Exception propagation – the cases of Checked and Unchecked Exceptions</a:t>
            </a:r>
          </a:p>
          <a:p>
            <a:r>
              <a:rPr lang="en-IN" dirty="0"/>
              <a:t>Defining your own custom Exception</a:t>
            </a:r>
          </a:p>
        </p:txBody>
      </p:sp>
    </p:spTree>
    <p:extLst>
      <p:ext uri="{BB962C8B-B14F-4D97-AF65-F5344CB8AC3E}">
        <p14:creationId xmlns:p14="http://schemas.microsoft.com/office/powerpoint/2010/main" val="363609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Throwing exception… “throw” keyword</a:t>
            </a:r>
          </a:p>
        </p:txBody>
      </p:sp>
      <p:sp>
        <p:nvSpPr>
          <p:cNvPr id="3" name="Content Placeholder 2"/>
          <p:cNvSpPr>
            <a:spLocks noGrp="1"/>
          </p:cNvSpPr>
          <p:nvPr>
            <p:ph idx="1"/>
          </p:nvPr>
        </p:nvSpPr>
        <p:spPr/>
        <p:txBody>
          <a:bodyPr/>
          <a:lstStyle/>
          <a:p>
            <a:pPr marL="0" indent="0">
              <a:buNone/>
            </a:pPr>
            <a:r>
              <a:rPr lang="en-IN" dirty="0"/>
              <a:t>public class TestThrow1{  </a:t>
            </a:r>
          </a:p>
          <a:p>
            <a:pPr marL="0" indent="0">
              <a:buNone/>
            </a:pPr>
            <a:r>
              <a:rPr lang="en-IN" dirty="0"/>
              <a:t>   static void validate(</a:t>
            </a:r>
            <a:r>
              <a:rPr lang="en-IN" dirty="0" err="1"/>
              <a:t>int</a:t>
            </a:r>
            <a:r>
              <a:rPr lang="en-IN" dirty="0"/>
              <a:t> age){  </a:t>
            </a:r>
          </a:p>
          <a:p>
            <a:pPr marL="0" indent="0">
              <a:buNone/>
            </a:pPr>
            <a:r>
              <a:rPr lang="en-IN" dirty="0"/>
              <a:t>     if(age&lt;18)  </a:t>
            </a:r>
          </a:p>
          <a:p>
            <a:pPr marL="0" indent="0">
              <a:buNone/>
            </a:pPr>
            <a:r>
              <a:rPr lang="en-IN" dirty="0"/>
              <a:t>      throw new </a:t>
            </a:r>
            <a:r>
              <a:rPr lang="en-IN" dirty="0" err="1"/>
              <a:t>ArithmeticException</a:t>
            </a:r>
            <a:r>
              <a:rPr lang="en-IN" dirty="0"/>
              <a:t>("not valid");  </a:t>
            </a:r>
          </a:p>
          <a:p>
            <a:pPr marL="0" indent="0">
              <a:buNone/>
            </a:pPr>
            <a:r>
              <a:rPr lang="en-IN" dirty="0"/>
              <a:t>     else  </a:t>
            </a:r>
          </a:p>
          <a:p>
            <a:pPr marL="0" indent="0">
              <a:buNone/>
            </a:pPr>
            <a:r>
              <a:rPr lang="en-IN" dirty="0"/>
              <a:t>      </a:t>
            </a:r>
            <a:r>
              <a:rPr lang="en-IN" dirty="0" err="1"/>
              <a:t>System.out.println</a:t>
            </a:r>
            <a:r>
              <a:rPr lang="en-IN" dirty="0"/>
              <a:t>("welcome to vote");  </a:t>
            </a:r>
          </a:p>
          <a:p>
            <a:pPr marL="0" indent="0">
              <a:buNone/>
            </a:pPr>
            <a:r>
              <a:rPr lang="en-IN" dirty="0"/>
              <a:t>   }  </a:t>
            </a:r>
          </a:p>
          <a:p>
            <a:pPr marL="0" indent="0">
              <a:buNone/>
            </a:pPr>
            <a:r>
              <a:rPr lang="en-IN" dirty="0"/>
              <a:t>   public static void main(String </a:t>
            </a:r>
            <a:r>
              <a:rPr lang="en-IN" dirty="0" err="1"/>
              <a:t>args</a:t>
            </a:r>
            <a:r>
              <a:rPr lang="en-IN" dirty="0"/>
              <a:t>[]){  </a:t>
            </a:r>
          </a:p>
          <a:p>
            <a:pPr marL="0" indent="0">
              <a:buNone/>
            </a:pPr>
            <a:r>
              <a:rPr lang="en-IN" dirty="0"/>
              <a:t>      validate(13);  </a:t>
            </a:r>
          </a:p>
          <a:p>
            <a:pPr marL="0" indent="0">
              <a:buNone/>
            </a:pPr>
            <a:r>
              <a:rPr lang="en-IN" dirty="0"/>
              <a:t>      </a:t>
            </a:r>
            <a:r>
              <a:rPr lang="en-IN" dirty="0" err="1"/>
              <a:t>System.out.println</a:t>
            </a:r>
            <a:r>
              <a:rPr lang="en-IN" dirty="0"/>
              <a:t>("rest of the code...");  </a:t>
            </a:r>
          </a:p>
          <a:p>
            <a:pPr marL="0" indent="0">
              <a:buNone/>
            </a:pPr>
            <a:r>
              <a:rPr lang="en-IN" dirty="0"/>
              <a:t>  }  </a:t>
            </a:r>
          </a:p>
          <a:p>
            <a:pPr marL="0" indent="0">
              <a:buNone/>
            </a:pPr>
            <a:r>
              <a:rPr lang="en-IN" dirty="0"/>
              <a:t>} </a:t>
            </a:r>
          </a:p>
        </p:txBody>
      </p:sp>
    </p:spTree>
    <p:extLst>
      <p:ext uri="{BB962C8B-B14F-4D97-AF65-F5344CB8AC3E}">
        <p14:creationId xmlns:p14="http://schemas.microsoft.com/office/powerpoint/2010/main" val="2324414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675" y="278461"/>
            <a:ext cx="8024813" cy="700333"/>
          </a:xfrm>
        </p:spPr>
        <p:txBody>
          <a:bodyPr/>
          <a:lstStyle/>
          <a:p>
            <a:r>
              <a:rPr lang="en-IN" dirty="0"/>
              <a:t>Exception propagation example.. Unchecked exceptions are propagated through the method call stack</a:t>
            </a:r>
          </a:p>
        </p:txBody>
      </p:sp>
      <p:sp>
        <p:nvSpPr>
          <p:cNvPr id="3" name="Content Placeholder 2"/>
          <p:cNvSpPr>
            <a:spLocks noGrp="1"/>
          </p:cNvSpPr>
          <p:nvPr>
            <p:ph idx="1"/>
          </p:nvPr>
        </p:nvSpPr>
        <p:spPr/>
        <p:txBody>
          <a:bodyPr/>
          <a:lstStyle/>
          <a:p>
            <a:pPr marL="0" indent="0">
              <a:buNone/>
            </a:pPr>
            <a:r>
              <a:rPr lang="en-IN" sz="1400" dirty="0"/>
              <a:t>class TestExceptionPropagation1{  </a:t>
            </a:r>
          </a:p>
          <a:p>
            <a:pPr marL="0" indent="0">
              <a:buNone/>
            </a:pPr>
            <a:r>
              <a:rPr lang="en-IN" sz="1400" dirty="0"/>
              <a:t>  void m(){  </a:t>
            </a:r>
          </a:p>
          <a:p>
            <a:pPr marL="0" indent="0">
              <a:buNone/>
            </a:pPr>
            <a:r>
              <a:rPr lang="en-IN" sz="1400" dirty="0"/>
              <a:t>    </a:t>
            </a:r>
            <a:r>
              <a:rPr lang="en-IN" sz="1400" dirty="0" err="1"/>
              <a:t>int</a:t>
            </a:r>
            <a:r>
              <a:rPr lang="en-IN" sz="1400" dirty="0"/>
              <a:t> data=50/0;  </a:t>
            </a:r>
          </a:p>
          <a:p>
            <a:pPr marL="0" indent="0">
              <a:buNone/>
            </a:pPr>
            <a:r>
              <a:rPr lang="en-IN" sz="1400" dirty="0"/>
              <a:t>  }  </a:t>
            </a:r>
          </a:p>
          <a:p>
            <a:pPr marL="0" indent="0">
              <a:buNone/>
            </a:pPr>
            <a:r>
              <a:rPr lang="en-IN" sz="1400" dirty="0"/>
              <a:t>  void n(){  </a:t>
            </a:r>
          </a:p>
          <a:p>
            <a:pPr marL="0" indent="0">
              <a:buNone/>
            </a:pPr>
            <a:r>
              <a:rPr lang="en-IN" sz="1400" dirty="0"/>
              <a:t>    m();  </a:t>
            </a:r>
          </a:p>
          <a:p>
            <a:pPr marL="0" indent="0">
              <a:buNone/>
            </a:pPr>
            <a:r>
              <a:rPr lang="en-IN" sz="1400" dirty="0"/>
              <a:t>  }  </a:t>
            </a:r>
          </a:p>
          <a:p>
            <a:pPr marL="0" indent="0">
              <a:buNone/>
            </a:pPr>
            <a:r>
              <a:rPr lang="en-IN" sz="1400" dirty="0"/>
              <a:t>  void p(){  </a:t>
            </a:r>
          </a:p>
          <a:p>
            <a:pPr marL="0" indent="0">
              <a:buNone/>
            </a:pPr>
            <a:r>
              <a:rPr lang="en-IN" sz="1400" dirty="0"/>
              <a:t>   try{  </a:t>
            </a:r>
          </a:p>
          <a:p>
            <a:pPr marL="0" indent="0">
              <a:buNone/>
            </a:pPr>
            <a:r>
              <a:rPr lang="en-IN" sz="1400" dirty="0"/>
              <a:t>    n();  </a:t>
            </a:r>
          </a:p>
          <a:p>
            <a:pPr marL="0" indent="0">
              <a:buNone/>
            </a:pPr>
            <a:r>
              <a:rPr lang="en-IN" sz="1400" dirty="0"/>
              <a:t>   }catch(Exception e){</a:t>
            </a:r>
            <a:r>
              <a:rPr lang="en-IN" sz="1400" dirty="0" err="1"/>
              <a:t>System.out.println</a:t>
            </a:r>
            <a:r>
              <a:rPr lang="en-IN" sz="1400" dirty="0"/>
              <a:t>("exception handled");}  </a:t>
            </a:r>
          </a:p>
          <a:p>
            <a:pPr marL="0" indent="0">
              <a:buNone/>
            </a:pPr>
            <a:r>
              <a:rPr lang="en-IN" sz="1400" dirty="0"/>
              <a:t>  }  </a:t>
            </a:r>
          </a:p>
          <a:p>
            <a:pPr marL="0" indent="0">
              <a:buNone/>
            </a:pPr>
            <a:r>
              <a:rPr lang="en-IN" sz="1400" dirty="0"/>
              <a:t>  public static void main(String </a:t>
            </a:r>
            <a:r>
              <a:rPr lang="en-IN" sz="1400" dirty="0" err="1"/>
              <a:t>args</a:t>
            </a:r>
            <a:r>
              <a:rPr lang="en-IN" sz="1400" dirty="0"/>
              <a:t>[]){  </a:t>
            </a:r>
          </a:p>
          <a:p>
            <a:pPr marL="0" indent="0">
              <a:buNone/>
            </a:pPr>
            <a:r>
              <a:rPr lang="en-IN" sz="1400" dirty="0"/>
              <a:t>   TestExceptionPropagation1 </a:t>
            </a:r>
            <a:r>
              <a:rPr lang="en-IN" sz="1400" dirty="0" err="1"/>
              <a:t>obj</a:t>
            </a:r>
            <a:r>
              <a:rPr lang="en-IN" sz="1400" dirty="0"/>
              <a:t>=new TestExceptionPropagation1();  </a:t>
            </a:r>
          </a:p>
          <a:p>
            <a:pPr marL="0" indent="0">
              <a:buNone/>
            </a:pPr>
            <a:r>
              <a:rPr lang="en-IN" sz="1400" dirty="0"/>
              <a:t>   </a:t>
            </a:r>
            <a:r>
              <a:rPr lang="en-IN" sz="1400" dirty="0" err="1"/>
              <a:t>obj.p</a:t>
            </a:r>
            <a:r>
              <a:rPr lang="en-IN" sz="1400" dirty="0"/>
              <a:t>();  </a:t>
            </a:r>
          </a:p>
          <a:p>
            <a:pPr marL="0" indent="0">
              <a:buNone/>
            </a:pPr>
            <a:r>
              <a:rPr lang="en-IN" sz="1400" dirty="0"/>
              <a:t>   </a:t>
            </a:r>
            <a:r>
              <a:rPr lang="en-IN" sz="1400" dirty="0" err="1"/>
              <a:t>System.out.println</a:t>
            </a:r>
            <a:r>
              <a:rPr lang="en-IN" sz="1400" dirty="0"/>
              <a:t>("normal flow...");  </a:t>
            </a:r>
          </a:p>
          <a:p>
            <a:pPr marL="0" indent="0">
              <a:buNone/>
            </a:pPr>
            <a:r>
              <a:rPr lang="en-IN" sz="1400" dirty="0"/>
              <a:t>  }  </a:t>
            </a:r>
          </a:p>
          <a:p>
            <a:pPr marL="0" indent="0">
              <a:buNone/>
            </a:pPr>
            <a:r>
              <a:rPr lang="en-IN" sz="1400" dirty="0"/>
              <a:t>} </a:t>
            </a:r>
          </a:p>
        </p:txBody>
      </p:sp>
    </p:spTree>
    <p:extLst>
      <p:ext uri="{BB962C8B-B14F-4D97-AF65-F5344CB8AC3E}">
        <p14:creationId xmlns:p14="http://schemas.microsoft.com/office/powerpoint/2010/main" val="1694469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4674" y="394371"/>
            <a:ext cx="8024813" cy="468313"/>
          </a:xfrm>
        </p:spPr>
        <p:txBody>
          <a:bodyPr/>
          <a:lstStyle/>
          <a:p>
            <a:r>
              <a:rPr lang="en-IN" dirty="0"/>
              <a:t>Program which describes that checked exceptions are not propagated</a:t>
            </a:r>
            <a:br>
              <a:rPr lang="en-IN" dirty="0"/>
            </a:br>
            <a:endParaRPr lang="en-IN" dirty="0"/>
          </a:p>
        </p:txBody>
      </p:sp>
      <p:sp>
        <p:nvSpPr>
          <p:cNvPr id="3" name="Content Placeholder 2"/>
          <p:cNvSpPr>
            <a:spLocks noGrp="1"/>
          </p:cNvSpPr>
          <p:nvPr>
            <p:ph idx="1"/>
          </p:nvPr>
        </p:nvSpPr>
        <p:spPr/>
        <p:txBody>
          <a:bodyPr/>
          <a:lstStyle/>
          <a:p>
            <a:pPr marL="0" indent="0">
              <a:buNone/>
            </a:pPr>
            <a:r>
              <a:rPr lang="en-IN" sz="1400" dirty="0"/>
              <a:t>class TestExceptionPropagation2{  </a:t>
            </a:r>
          </a:p>
          <a:p>
            <a:pPr marL="0" indent="0">
              <a:buNone/>
            </a:pPr>
            <a:r>
              <a:rPr lang="en-IN" sz="1400" dirty="0"/>
              <a:t>  void m(){  </a:t>
            </a:r>
          </a:p>
          <a:p>
            <a:pPr marL="0" indent="0">
              <a:buNone/>
            </a:pPr>
            <a:r>
              <a:rPr lang="en-IN" sz="1400" dirty="0"/>
              <a:t>    throw new </a:t>
            </a:r>
            <a:r>
              <a:rPr lang="en-IN" sz="1400" dirty="0" err="1"/>
              <a:t>java.io.IOException</a:t>
            </a:r>
            <a:r>
              <a:rPr lang="en-IN" sz="1400" dirty="0"/>
              <a:t>("device error");//checked exception  </a:t>
            </a:r>
          </a:p>
          <a:p>
            <a:pPr marL="0" indent="0">
              <a:buNone/>
            </a:pPr>
            <a:r>
              <a:rPr lang="en-IN" sz="1400" dirty="0"/>
              <a:t>  }  </a:t>
            </a:r>
          </a:p>
          <a:p>
            <a:pPr marL="0" indent="0">
              <a:buNone/>
            </a:pPr>
            <a:r>
              <a:rPr lang="en-IN" sz="1400" dirty="0"/>
              <a:t>  void n(){  </a:t>
            </a:r>
          </a:p>
          <a:p>
            <a:pPr marL="0" indent="0">
              <a:buNone/>
            </a:pPr>
            <a:r>
              <a:rPr lang="en-IN" sz="1400" dirty="0"/>
              <a:t>    m();  </a:t>
            </a:r>
          </a:p>
          <a:p>
            <a:pPr marL="0" indent="0">
              <a:buNone/>
            </a:pPr>
            <a:r>
              <a:rPr lang="en-IN" sz="1400" dirty="0"/>
              <a:t>  }  </a:t>
            </a:r>
          </a:p>
          <a:p>
            <a:pPr marL="0" indent="0">
              <a:buNone/>
            </a:pPr>
            <a:r>
              <a:rPr lang="en-IN" sz="1400" dirty="0"/>
              <a:t>  void p(){  </a:t>
            </a:r>
          </a:p>
          <a:p>
            <a:pPr marL="0" indent="0">
              <a:buNone/>
            </a:pPr>
            <a:r>
              <a:rPr lang="en-IN" sz="1400" dirty="0"/>
              <a:t>   try{  </a:t>
            </a:r>
          </a:p>
          <a:p>
            <a:pPr marL="0" indent="0">
              <a:buNone/>
            </a:pPr>
            <a:r>
              <a:rPr lang="en-IN" sz="1400" dirty="0"/>
              <a:t>    n();  </a:t>
            </a:r>
          </a:p>
          <a:p>
            <a:pPr marL="0" indent="0">
              <a:buNone/>
            </a:pPr>
            <a:r>
              <a:rPr lang="en-IN" sz="1400" dirty="0"/>
              <a:t>   }catch(Exception e){</a:t>
            </a:r>
            <a:r>
              <a:rPr lang="en-IN" sz="1400" dirty="0" err="1"/>
              <a:t>System.out.println</a:t>
            </a:r>
            <a:r>
              <a:rPr lang="en-IN" sz="1400" dirty="0"/>
              <a:t>("exception </a:t>
            </a:r>
            <a:r>
              <a:rPr lang="en-IN" sz="1400" dirty="0" err="1"/>
              <a:t>handeled</a:t>
            </a:r>
            <a:r>
              <a:rPr lang="en-IN" sz="1400" dirty="0"/>
              <a:t>");}  </a:t>
            </a:r>
          </a:p>
          <a:p>
            <a:pPr marL="0" indent="0">
              <a:buNone/>
            </a:pPr>
            <a:r>
              <a:rPr lang="en-IN" sz="1400" dirty="0"/>
              <a:t>  }  </a:t>
            </a:r>
          </a:p>
          <a:p>
            <a:pPr marL="0" indent="0">
              <a:buNone/>
            </a:pPr>
            <a:r>
              <a:rPr lang="en-IN" sz="1400" dirty="0"/>
              <a:t>  public static void main(String </a:t>
            </a:r>
            <a:r>
              <a:rPr lang="en-IN" sz="1400" dirty="0" err="1"/>
              <a:t>args</a:t>
            </a:r>
            <a:r>
              <a:rPr lang="en-IN" sz="1400" dirty="0"/>
              <a:t>[]){  </a:t>
            </a:r>
          </a:p>
          <a:p>
            <a:pPr marL="0" indent="0">
              <a:buNone/>
            </a:pPr>
            <a:r>
              <a:rPr lang="en-IN" sz="1400" dirty="0"/>
              <a:t>   TestExceptionPropagation2 </a:t>
            </a:r>
            <a:r>
              <a:rPr lang="en-IN" sz="1400" dirty="0" err="1"/>
              <a:t>obj</a:t>
            </a:r>
            <a:r>
              <a:rPr lang="en-IN" sz="1400" dirty="0"/>
              <a:t>=new TestExceptionPropagation2();  </a:t>
            </a:r>
          </a:p>
          <a:p>
            <a:pPr marL="0" indent="0">
              <a:buNone/>
            </a:pPr>
            <a:r>
              <a:rPr lang="en-IN" sz="1400" dirty="0"/>
              <a:t>   </a:t>
            </a:r>
            <a:r>
              <a:rPr lang="en-IN" sz="1400" dirty="0" err="1"/>
              <a:t>obj.p</a:t>
            </a:r>
            <a:r>
              <a:rPr lang="en-IN" sz="1400" dirty="0"/>
              <a:t>();  </a:t>
            </a:r>
          </a:p>
          <a:p>
            <a:pPr marL="0" indent="0">
              <a:buNone/>
            </a:pPr>
            <a:r>
              <a:rPr lang="en-IN" sz="1400" dirty="0"/>
              <a:t>   </a:t>
            </a:r>
            <a:r>
              <a:rPr lang="en-IN" sz="1400" dirty="0" err="1"/>
              <a:t>System.out.println</a:t>
            </a:r>
            <a:r>
              <a:rPr lang="en-IN" sz="1400" dirty="0"/>
              <a:t>("normal flow");  </a:t>
            </a:r>
          </a:p>
          <a:p>
            <a:pPr marL="0" indent="0">
              <a:buNone/>
            </a:pPr>
            <a:r>
              <a:rPr lang="en-IN" sz="1400" dirty="0"/>
              <a:t>  }  </a:t>
            </a:r>
          </a:p>
          <a:p>
            <a:pPr marL="0" indent="0">
              <a:buNone/>
            </a:pPr>
            <a:r>
              <a:rPr lang="en-IN" sz="1400" dirty="0"/>
              <a:t>} </a:t>
            </a:r>
          </a:p>
        </p:txBody>
      </p:sp>
    </p:spTree>
    <p:extLst>
      <p:ext uri="{BB962C8B-B14F-4D97-AF65-F5344CB8AC3E}">
        <p14:creationId xmlns:p14="http://schemas.microsoft.com/office/powerpoint/2010/main" val="399761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 throws keyword</a:t>
            </a:r>
          </a:p>
        </p:txBody>
      </p:sp>
      <p:sp>
        <p:nvSpPr>
          <p:cNvPr id="3" name="Content Placeholder 2"/>
          <p:cNvSpPr>
            <a:spLocks noGrp="1"/>
          </p:cNvSpPr>
          <p:nvPr>
            <p:ph idx="1"/>
          </p:nvPr>
        </p:nvSpPr>
        <p:spPr>
          <a:xfrm>
            <a:off x="574675" y="1485900"/>
            <a:ext cx="8024813" cy="4064894"/>
          </a:xfrm>
        </p:spPr>
        <p:txBody>
          <a:bodyPr/>
          <a:lstStyle/>
          <a:p>
            <a:pPr marL="0" indent="0">
              <a:buNone/>
            </a:pPr>
            <a:r>
              <a:rPr lang="en-IN" dirty="0"/>
              <a:t>The </a:t>
            </a:r>
            <a:r>
              <a:rPr lang="en-IN" b="1" dirty="0"/>
              <a:t>Java throws keyword</a:t>
            </a:r>
            <a:r>
              <a:rPr lang="en-IN" dirty="0"/>
              <a:t> is used to declare an exception. It gives an information to the programmer that there may occur an exception so it is better for the programmer to provide the exception handling code so that normal flow can be maintained.</a:t>
            </a:r>
          </a:p>
          <a:p>
            <a:pPr marL="0" indent="0">
              <a:buNone/>
            </a:pPr>
            <a:endParaRPr lang="en-IN" dirty="0"/>
          </a:p>
          <a:p>
            <a:pPr marL="357188" lvl="1" indent="0">
              <a:buNone/>
            </a:pPr>
            <a:r>
              <a:rPr lang="en-IN" dirty="0" err="1"/>
              <a:t>return_type</a:t>
            </a:r>
            <a:r>
              <a:rPr lang="en-IN" dirty="0"/>
              <a:t> </a:t>
            </a:r>
            <a:r>
              <a:rPr lang="en-IN" dirty="0" err="1"/>
              <a:t>method_name</a:t>
            </a:r>
            <a:r>
              <a:rPr lang="en-IN" dirty="0"/>
              <a:t>() throws </a:t>
            </a:r>
            <a:r>
              <a:rPr lang="en-IN" dirty="0" err="1"/>
              <a:t>exception_class_name</a:t>
            </a:r>
            <a:r>
              <a:rPr lang="en-IN" dirty="0"/>
              <a:t>{  </a:t>
            </a:r>
          </a:p>
          <a:p>
            <a:pPr marL="357188" lvl="1" indent="0">
              <a:buNone/>
            </a:pPr>
            <a:r>
              <a:rPr lang="en-IN" dirty="0"/>
              <a:t>//method code  </a:t>
            </a:r>
          </a:p>
          <a:p>
            <a:pPr marL="357188" lvl="1" indent="0">
              <a:buNone/>
            </a:pPr>
            <a:r>
              <a:rPr lang="en-IN" dirty="0"/>
              <a:t>} </a:t>
            </a:r>
          </a:p>
          <a:p>
            <a:pPr marL="357188" lvl="1" indent="0">
              <a:buNone/>
            </a:pPr>
            <a:endParaRPr lang="en-IN" dirty="0"/>
          </a:p>
          <a:p>
            <a:pPr marL="0" indent="0">
              <a:buNone/>
            </a:pPr>
            <a:r>
              <a:rPr lang="en-IN" dirty="0"/>
              <a:t>Only checked exceptions should be declared, because</a:t>
            </a:r>
          </a:p>
          <a:p>
            <a:r>
              <a:rPr lang="en-IN" b="1" dirty="0"/>
              <a:t>unchecked Exception:</a:t>
            </a:r>
            <a:r>
              <a:rPr lang="en-IN" dirty="0"/>
              <a:t> under your control so correct your code.</a:t>
            </a:r>
          </a:p>
          <a:p>
            <a:r>
              <a:rPr lang="en-IN" b="1" dirty="0"/>
              <a:t>error:</a:t>
            </a:r>
            <a:r>
              <a:rPr lang="en-IN" dirty="0"/>
              <a:t> beyond your control e.g. you are unable to do anything if there occurs </a:t>
            </a:r>
            <a:r>
              <a:rPr lang="en-IN" dirty="0" err="1"/>
              <a:t>VirtualMachineError</a:t>
            </a:r>
            <a:r>
              <a:rPr lang="en-IN" dirty="0"/>
              <a:t> or </a:t>
            </a:r>
            <a:r>
              <a:rPr lang="en-IN" dirty="0" err="1"/>
              <a:t>StackOverflowError</a:t>
            </a:r>
            <a:r>
              <a:rPr lang="en-IN" dirty="0"/>
              <a:t>.</a:t>
            </a:r>
          </a:p>
          <a:p>
            <a:pPr marL="0" indent="0">
              <a:buNone/>
            </a:pPr>
            <a:endParaRPr lang="en-IN" dirty="0"/>
          </a:p>
        </p:txBody>
      </p:sp>
    </p:spTree>
    <p:extLst>
      <p:ext uri="{BB962C8B-B14F-4D97-AF65-F5344CB8AC3E}">
        <p14:creationId xmlns:p14="http://schemas.microsoft.com/office/powerpoint/2010/main" val="526336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 throws example</a:t>
            </a:r>
          </a:p>
        </p:txBody>
      </p:sp>
      <p:sp>
        <p:nvSpPr>
          <p:cNvPr id="3" name="Content Placeholder 2"/>
          <p:cNvSpPr>
            <a:spLocks noGrp="1"/>
          </p:cNvSpPr>
          <p:nvPr>
            <p:ph idx="1"/>
          </p:nvPr>
        </p:nvSpPr>
        <p:spPr>
          <a:xfrm>
            <a:off x="574675" y="1485900"/>
            <a:ext cx="8024813" cy="4837627"/>
          </a:xfrm>
        </p:spPr>
        <p:txBody>
          <a:bodyPr/>
          <a:lstStyle/>
          <a:p>
            <a:pPr marL="0" indent="0">
              <a:buNone/>
            </a:pPr>
            <a:r>
              <a:rPr lang="en-IN" sz="1400" dirty="0"/>
              <a:t>import </a:t>
            </a:r>
            <a:r>
              <a:rPr lang="en-IN" sz="1400" dirty="0" err="1"/>
              <a:t>java.io.IOException</a:t>
            </a:r>
            <a:r>
              <a:rPr lang="en-IN" sz="1400" dirty="0"/>
              <a:t>;  </a:t>
            </a:r>
          </a:p>
          <a:p>
            <a:pPr marL="0" indent="0">
              <a:buNone/>
            </a:pPr>
            <a:r>
              <a:rPr lang="en-IN" sz="1400" dirty="0"/>
              <a:t>class Testthrows1{  </a:t>
            </a:r>
          </a:p>
          <a:p>
            <a:pPr marL="0" indent="0">
              <a:buNone/>
            </a:pPr>
            <a:r>
              <a:rPr lang="en-IN" sz="1400" dirty="0"/>
              <a:t>  void m()throws </a:t>
            </a:r>
            <a:r>
              <a:rPr lang="en-IN" sz="1400" dirty="0" err="1"/>
              <a:t>IOException</a:t>
            </a:r>
            <a:r>
              <a:rPr lang="en-IN" sz="1400" dirty="0"/>
              <a:t>{  </a:t>
            </a:r>
          </a:p>
          <a:p>
            <a:pPr marL="0" indent="0">
              <a:buNone/>
            </a:pPr>
            <a:r>
              <a:rPr lang="en-IN" sz="1400" dirty="0"/>
              <a:t>    throw new </a:t>
            </a:r>
            <a:r>
              <a:rPr lang="en-IN" sz="1400" dirty="0" err="1"/>
              <a:t>IOException</a:t>
            </a:r>
            <a:r>
              <a:rPr lang="en-IN" sz="1400" dirty="0"/>
              <a:t>("device error");//checked exception  </a:t>
            </a:r>
          </a:p>
          <a:p>
            <a:pPr marL="0" indent="0">
              <a:buNone/>
            </a:pPr>
            <a:r>
              <a:rPr lang="en-IN" sz="1400" dirty="0"/>
              <a:t>  }  </a:t>
            </a:r>
          </a:p>
          <a:p>
            <a:pPr marL="0" indent="0">
              <a:buNone/>
            </a:pPr>
            <a:r>
              <a:rPr lang="en-IN" sz="1400" dirty="0"/>
              <a:t>  void n()throws </a:t>
            </a:r>
            <a:r>
              <a:rPr lang="en-IN" sz="1400" dirty="0" err="1"/>
              <a:t>IOException</a:t>
            </a:r>
            <a:r>
              <a:rPr lang="en-IN" sz="1400" dirty="0"/>
              <a:t>{  </a:t>
            </a:r>
          </a:p>
          <a:p>
            <a:pPr marL="0" indent="0">
              <a:buNone/>
            </a:pPr>
            <a:r>
              <a:rPr lang="en-IN" sz="1400" dirty="0"/>
              <a:t>    m();  </a:t>
            </a:r>
          </a:p>
          <a:p>
            <a:pPr marL="0" indent="0">
              <a:buNone/>
            </a:pPr>
            <a:r>
              <a:rPr lang="en-IN" sz="1400" dirty="0"/>
              <a:t>  }  </a:t>
            </a:r>
          </a:p>
          <a:p>
            <a:pPr marL="0" indent="0">
              <a:buNone/>
            </a:pPr>
            <a:r>
              <a:rPr lang="en-IN" sz="1400" dirty="0"/>
              <a:t>  void p(){  </a:t>
            </a:r>
          </a:p>
          <a:p>
            <a:pPr marL="0" indent="0">
              <a:buNone/>
            </a:pPr>
            <a:r>
              <a:rPr lang="en-IN" sz="1400" dirty="0"/>
              <a:t>   try{  </a:t>
            </a:r>
          </a:p>
          <a:p>
            <a:pPr marL="0" indent="0">
              <a:buNone/>
            </a:pPr>
            <a:r>
              <a:rPr lang="en-IN" sz="1400" dirty="0"/>
              <a:t>    n();  </a:t>
            </a:r>
          </a:p>
          <a:p>
            <a:pPr marL="0" indent="0">
              <a:buNone/>
            </a:pPr>
            <a:r>
              <a:rPr lang="en-IN" sz="1400" dirty="0"/>
              <a:t>   }catch(Exception e){</a:t>
            </a:r>
            <a:r>
              <a:rPr lang="en-IN" sz="1400" dirty="0" err="1"/>
              <a:t>System.out.println</a:t>
            </a:r>
            <a:r>
              <a:rPr lang="en-IN" sz="1400" dirty="0"/>
              <a:t>("exception handled");}  </a:t>
            </a:r>
          </a:p>
          <a:p>
            <a:pPr marL="0" indent="0">
              <a:buNone/>
            </a:pPr>
            <a:r>
              <a:rPr lang="en-IN" sz="1400" dirty="0"/>
              <a:t>  }  </a:t>
            </a:r>
          </a:p>
          <a:p>
            <a:pPr marL="0" indent="0">
              <a:buNone/>
            </a:pPr>
            <a:r>
              <a:rPr lang="en-IN" sz="1400" dirty="0"/>
              <a:t>  public static void main(String </a:t>
            </a:r>
            <a:r>
              <a:rPr lang="en-IN" sz="1400" dirty="0" err="1"/>
              <a:t>args</a:t>
            </a:r>
            <a:r>
              <a:rPr lang="en-IN" sz="1400" dirty="0"/>
              <a:t>[]){  </a:t>
            </a:r>
          </a:p>
          <a:p>
            <a:pPr marL="0" indent="0">
              <a:buNone/>
            </a:pPr>
            <a:r>
              <a:rPr lang="en-IN" sz="1400" dirty="0"/>
              <a:t>   Testthrows1 </a:t>
            </a:r>
            <a:r>
              <a:rPr lang="en-IN" sz="1400" dirty="0" err="1"/>
              <a:t>obj</a:t>
            </a:r>
            <a:r>
              <a:rPr lang="en-IN" sz="1400" dirty="0"/>
              <a:t>=new Testthrows1();  </a:t>
            </a:r>
          </a:p>
          <a:p>
            <a:pPr marL="0" indent="0">
              <a:buNone/>
            </a:pPr>
            <a:r>
              <a:rPr lang="en-IN" sz="1400" dirty="0"/>
              <a:t>   </a:t>
            </a:r>
            <a:r>
              <a:rPr lang="en-IN" sz="1400" dirty="0" err="1"/>
              <a:t>obj.p</a:t>
            </a:r>
            <a:r>
              <a:rPr lang="en-IN" sz="1400" dirty="0"/>
              <a:t>();  </a:t>
            </a:r>
          </a:p>
          <a:p>
            <a:pPr marL="0" indent="0">
              <a:buNone/>
            </a:pPr>
            <a:r>
              <a:rPr lang="en-IN" sz="1400" dirty="0"/>
              <a:t>   </a:t>
            </a:r>
            <a:r>
              <a:rPr lang="en-IN" sz="1400" dirty="0" err="1"/>
              <a:t>System.out.println</a:t>
            </a:r>
            <a:r>
              <a:rPr lang="en-IN" sz="1400" dirty="0"/>
              <a:t>("normal flow...");  </a:t>
            </a:r>
          </a:p>
          <a:p>
            <a:pPr marL="0" indent="0">
              <a:buNone/>
            </a:pPr>
            <a:r>
              <a:rPr lang="en-IN" sz="1400" dirty="0"/>
              <a:t>  }  </a:t>
            </a:r>
          </a:p>
          <a:p>
            <a:pPr marL="0" indent="0">
              <a:buNone/>
            </a:pPr>
            <a:r>
              <a:rPr lang="en-IN" sz="1400" dirty="0"/>
              <a:t>} </a:t>
            </a:r>
          </a:p>
        </p:txBody>
      </p:sp>
    </p:spTree>
    <p:extLst>
      <p:ext uri="{BB962C8B-B14F-4D97-AF65-F5344CB8AC3E}">
        <p14:creationId xmlns:p14="http://schemas.microsoft.com/office/powerpoint/2010/main" val="218861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throw and throws in Java</a:t>
            </a:r>
            <a:br>
              <a:rPr lang="en-IN" dirty="0"/>
            </a:br>
            <a:br>
              <a:rPr lang="en-IN" dirty="0"/>
            </a:br>
            <a:endParaRPr lang="en-IN" dirty="0"/>
          </a:p>
        </p:txBody>
      </p:sp>
      <p:pic>
        <p:nvPicPr>
          <p:cNvPr id="4" name="Content Placeholder 3"/>
          <p:cNvPicPr>
            <a:picLocks noGrp="1" noChangeAspect="1"/>
          </p:cNvPicPr>
          <p:nvPr>
            <p:ph idx="1"/>
          </p:nvPr>
        </p:nvPicPr>
        <p:blipFill>
          <a:blip r:embed="rId2"/>
          <a:stretch>
            <a:fillRect/>
          </a:stretch>
        </p:blipFill>
        <p:spPr>
          <a:xfrm>
            <a:off x="574675" y="2243514"/>
            <a:ext cx="8024813" cy="2083635"/>
          </a:xfrm>
          <a:prstGeom prst="rect">
            <a:avLst/>
          </a:prstGeom>
        </p:spPr>
      </p:pic>
    </p:spTree>
    <p:extLst>
      <p:ext uri="{BB962C8B-B14F-4D97-AF65-F5344CB8AC3E}">
        <p14:creationId xmlns:p14="http://schemas.microsoft.com/office/powerpoint/2010/main" val="3058487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throw and throws in Java</a:t>
            </a:r>
            <a:br>
              <a:rPr lang="en-IN" dirty="0"/>
            </a:br>
            <a:br>
              <a:rPr lang="en-IN" dirty="0"/>
            </a:br>
            <a:endParaRPr lang="en-IN" dirty="0"/>
          </a:p>
        </p:txBody>
      </p:sp>
      <p:sp>
        <p:nvSpPr>
          <p:cNvPr id="3" name="Content Placeholder 2"/>
          <p:cNvSpPr>
            <a:spLocks noGrp="1"/>
          </p:cNvSpPr>
          <p:nvPr>
            <p:ph idx="1"/>
          </p:nvPr>
        </p:nvSpPr>
        <p:spPr/>
        <p:txBody>
          <a:bodyPr/>
          <a:lstStyle/>
          <a:p>
            <a:pPr marL="0" indent="0">
              <a:buNone/>
            </a:pPr>
            <a:r>
              <a:rPr lang="en-IN" dirty="0"/>
              <a:t>void m(){  </a:t>
            </a:r>
          </a:p>
          <a:p>
            <a:pPr marL="0" indent="0">
              <a:buNone/>
            </a:pPr>
            <a:r>
              <a:rPr lang="en-IN" dirty="0"/>
              <a:t>   throw new </a:t>
            </a:r>
            <a:r>
              <a:rPr lang="en-IN" dirty="0" err="1"/>
              <a:t>ArithmeticException</a:t>
            </a:r>
            <a:r>
              <a:rPr lang="en-IN" dirty="0"/>
              <a:t>("sorry");  </a:t>
            </a:r>
          </a:p>
          <a:p>
            <a:pPr marL="0" indent="0">
              <a:buNone/>
            </a:pPr>
            <a:r>
              <a:rPr lang="en-IN" dirty="0"/>
              <a:t>} </a:t>
            </a:r>
          </a:p>
          <a:p>
            <a:pPr marL="0" indent="0">
              <a:buNone/>
            </a:pPr>
            <a:endParaRPr lang="en-IN" dirty="0"/>
          </a:p>
          <a:p>
            <a:pPr marL="0" indent="0">
              <a:buNone/>
            </a:pPr>
            <a:r>
              <a:rPr lang="en-IN" dirty="0"/>
              <a:t>void m()throws </a:t>
            </a:r>
            <a:r>
              <a:rPr lang="en-IN" dirty="0" err="1"/>
              <a:t>ArithmeticException</a:t>
            </a:r>
            <a:r>
              <a:rPr lang="en-IN" dirty="0"/>
              <a:t>{  </a:t>
            </a:r>
          </a:p>
          <a:p>
            <a:pPr marL="0" indent="0">
              <a:buNone/>
            </a:pPr>
            <a:r>
              <a:rPr lang="en-IN" dirty="0"/>
              <a:t>  //method code  </a:t>
            </a:r>
          </a:p>
          <a:p>
            <a:pPr marL="0" indent="0">
              <a:buNone/>
            </a:pPr>
            <a:r>
              <a:rPr lang="en-IN" dirty="0"/>
              <a:t>}</a:t>
            </a:r>
          </a:p>
          <a:p>
            <a:pPr marL="0" indent="0">
              <a:buNone/>
            </a:pPr>
            <a:endParaRPr lang="en-IN" dirty="0"/>
          </a:p>
          <a:p>
            <a:pPr marL="0" indent="0">
              <a:buNone/>
            </a:pPr>
            <a:r>
              <a:rPr lang="en-IN" dirty="0"/>
              <a:t>void m()throws </a:t>
            </a:r>
            <a:r>
              <a:rPr lang="en-IN" dirty="0" err="1"/>
              <a:t>ArithmeticException</a:t>
            </a:r>
            <a:r>
              <a:rPr lang="en-IN" dirty="0"/>
              <a:t>{  </a:t>
            </a:r>
          </a:p>
          <a:p>
            <a:pPr marL="0" indent="0">
              <a:buNone/>
            </a:pPr>
            <a:r>
              <a:rPr lang="en-IN" dirty="0"/>
              <a:t>  throw new </a:t>
            </a:r>
            <a:r>
              <a:rPr lang="en-IN" dirty="0" err="1"/>
              <a:t>ArithmeticException</a:t>
            </a:r>
            <a:r>
              <a:rPr lang="en-IN" dirty="0"/>
              <a:t>("sorry");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95622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Unchecked Exceptions? Why?</a:t>
            </a:r>
          </a:p>
        </p:txBody>
      </p:sp>
      <p:sp>
        <p:nvSpPr>
          <p:cNvPr id="3" name="Content Placeholder 2"/>
          <p:cNvSpPr>
            <a:spLocks noGrp="1"/>
          </p:cNvSpPr>
          <p:nvPr>
            <p:ph idx="1"/>
          </p:nvPr>
        </p:nvSpPr>
        <p:spPr/>
        <p:txBody>
          <a:bodyPr/>
          <a:lstStyle/>
          <a:p>
            <a:pPr marL="0" indent="0">
              <a:buNone/>
            </a:pPr>
            <a:r>
              <a:rPr lang="en-IN" dirty="0">
                <a:hlinkClick r:id="rId2"/>
              </a:rPr>
              <a:t>http://docs.oracle.com/javase/tutorial/essential/exceptions/runtime.html</a:t>
            </a:r>
            <a:endParaRPr lang="en-IN" dirty="0"/>
          </a:p>
          <a:p>
            <a:pPr marL="0" indent="0">
              <a:buNone/>
            </a:pPr>
            <a:endParaRPr lang="en-IN" dirty="0"/>
          </a:p>
          <a:p>
            <a:pPr marL="0" indent="0">
              <a:buNone/>
            </a:pPr>
            <a:r>
              <a:rPr lang="en-IN" dirty="0"/>
              <a:t>Please read the article and let’s discuss this in next class.</a:t>
            </a:r>
          </a:p>
        </p:txBody>
      </p:sp>
    </p:spTree>
    <p:extLst>
      <p:ext uri="{BB962C8B-B14F-4D97-AF65-F5344CB8AC3E}">
        <p14:creationId xmlns:p14="http://schemas.microsoft.com/office/powerpoint/2010/main" val="3265423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Difference between final, finally and finalize</a:t>
            </a:r>
            <a:br>
              <a:rPr lang="en-IN" dirty="0"/>
            </a:br>
            <a:br>
              <a:rPr lang="en-IN" dirty="0"/>
            </a:br>
            <a:endParaRPr lang="en-IN" dirty="0"/>
          </a:p>
        </p:txBody>
      </p:sp>
      <p:pic>
        <p:nvPicPr>
          <p:cNvPr id="4" name="Content Placeholder 3"/>
          <p:cNvPicPr>
            <a:picLocks noGrp="1" noChangeAspect="1"/>
          </p:cNvPicPr>
          <p:nvPr>
            <p:ph idx="1"/>
          </p:nvPr>
        </p:nvPicPr>
        <p:blipFill>
          <a:blip r:embed="rId2"/>
          <a:stretch>
            <a:fillRect/>
          </a:stretch>
        </p:blipFill>
        <p:spPr>
          <a:xfrm>
            <a:off x="574675" y="2504362"/>
            <a:ext cx="8024813" cy="1561939"/>
          </a:xfrm>
          <a:prstGeom prst="rect">
            <a:avLst/>
          </a:prstGeom>
        </p:spPr>
      </p:pic>
    </p:spTree>
    <p:extLst>
      <p:ext uri="{BB962C8B-B14F-4D97-AF65-F5344CB8AC3E}">
        <p14:creationId xmlns:p14="http://schemas.microsoft.com/office/powerpoint/2010/main" val="1686805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output?</a:t>
            </a:r>
          </a:p>
        </p:txBody>
      </p:sp>
      <p:sp>
        <p:nvSpPr>
          <p:cNvPr id="3" name="Content Placeholder 2"/>
          <p:cNvSpPr>
            <a:spLocks noGrp="1"/>
          </p:cNvSpPr>
          <p:nvPr>
            <p:ph idx="1"/>
          </p:nvPr>
        </p:nvSpPr>
        <p:spPr>
          <a:xfrm>
            <a:off x="574674" y="1215444"/>
            <a:ext cx="8024813" cy="5223993"/>
          </a:xfrm>
        </p:spPr>
        <p:txBody>
          <a:bodyPr/>
          <a:lstStyle/>
          <a:p>
            <a:pPr marL="0" indent="0">
              <a:buNone/>
            </a:pPr>
            <a:r>
              <a:rPr lang="en-IN" sz="1100" b="1" dirty="0"/>
              <a:t>public class Test </a:t>
            </a:r>
          </a:p>
          <a:p>
            <a:pPr marL="0" indent="0">
              <a:buNone/>
            </a:pPr>
            <a:r>
              <a:rPr lang="en-IN" sz="1100" b="1" dirty="0"/>
              <a:t>{  </a:t>
            </a:r>
          </a:p>
          <a:p>
            <a:pPr marL="0" indent="0">
              <a:buNone/>
            </a:pPr>
            <a:r>
              <a:rPr lang="en-IN" sz="1100" b="1" dirty="0"/>
              <a:t>    public static void </a:t>
            </a:r>
            <a:r>
              <a:rPr lang="en-IN" sz="1100" b="1" dirty="0" err="1"/>
              <a:t>aMethod</a:t>
            </a:r>
            <a:r>
              <a:rPr lang="en-IN" sz="1100" b="1" dirty="0"/>
              <a:t>() throws Exception </a:t>
            </a:r>
          </a:p>
          <a:p>
            <a:pPr marL="0" indent="0">
              <a:buNone/>
            </a:pPr>
            <a:r>
              <a:rPr lang="en-IN" sz="1100" b="1" dirty="0"/>
              <a:t>    {</a:t>
            </a:r>
          </a:p>
          <a:p>
            <a:pPr marL="0" indent="0">
              <a:buNone/>
            </a:pPr>
            <a:r>
              <a:rPr lang="en-IN" sz="1100" b="1" dirty="0"/>
              <a:t>        try /* Line 5 */</a:t>
            </a:r>
          </a:p>
          <a:p>
            <a:pPr marL="0" indent="0">
              <a:buNone/>
            </a:pPr>
            <a:r>
              <a:rPr lang="en-IN" sz="1100" b="1" dirty="0"/>
              <a:t>        {</a:t>
            </a:r>
          </a:p>
          <a:p>
            <a:pPr marL="0" indent="0">
              <a:buNone/>
            </a:pPr>
            <a:r>
              <a:rPr lang="en-IN" sz="1100" b="1" dirty="0"/>
              <a:t>            throw new Exception(); /* Line 7 */</a:t>
            </a:r>
          </a:p>
          <a:p>
            <a:pPr marL="0" indent="0">
              <a:buNone/>
            </a:pPr>
            <a:r>
              <a:rPr lang="en-IN" sz="1100" b="1" dirty="0"/>
              <a:t>        } </a:t>
            </a:r>
          </a:p>
          <a:p>
            <a:pPr marL="0" indent="0">
              <a:buNone/>
            </a:pPr>
            <a:r>
              <a:rPr lang="en-IN" sz="1100" b="1" dirty="0"/>
              <a:t>        finally /* Line 9 */</a:t>
            </a:r>
          </a:p>
          <a:p>
            <a:pPr marL="0" indent="0">
              <a:buNone/>
            </a:pPr>
            <a:r>
              <a:rPr lang="en-IN" sz="1100" b="1" dirty="0"/>
              <a:t>        {</a:t>
            </a:r>
          </a:p>
          <a:p>
            <a:pPr marL="0" indent="0">
              <a:buNone/>
            </a:pPr>
            <a:r>
              <a:rPr lang="en-IN" sz="1100" b="1" dirty="0"/>
              <a:t>            </a:t>
            </a:r>
            <a:r>
              <a:rPr lang="en-IN" sz="1100" b="1" dirty="0" err="1"/>
              <a:t>System.out.print</a:t>
            </a:r>
            <a:r>
              <a:rPr lang="en-IN" sz="1100" b="1" dirty="0"/>
              <a:t>("finally "); /* Line 11 */</a:t>
            </a:r>
          </a:p>
          <a:p>
            <a:pPr marL="0" indent="0">
              <a:buNone/>
            </a:pPr>
            <a:r>
              <a:rPr lang="en-IN" sz="1100" b="1" dirty="0"/>
              <a:t>        } </a:t>
            </a:r>
          </a:p>
          <a:p>
            <a:pPr marL="0" indent="0">
              <a:buNone/>
            </a:pPr>
            <a:r>
              <a:rPr lang="en-IN" sz="1100" b="1" dirty="0"/>
              <a:t>    } </a:t>
            </a:r>
          </a:p>
          <a:p>
            <a:pPr marL="0" indent="0">
              <a:buNone/>
            </a:pPr>
            <a:r>
              <a:rPr lang="en-IN" sz="1100" b="1" dirty="0"/>
              <a:t>    public static void main(String </a:t>
            </a:r>
            <a:r>
              <a:rPr lang="en-IN" sz="1100" b="1" dirty="0" err="1"/>
              <a:t>args</a:t>
            </a:r>
            <a:r>
              <a:rPr lang="en-IN" sz="1100" b="1" dirty="0"/>
              <a:t>[]) </a:t>
            </a:r>
          </a:p>
          <a:p>
            <a:pPr marL="0" indent="0">
              <a:buNone/>
            </a:pPr>
            <a:r>
              <a:rPr lang="en-IN" sz="1100" b="1" dirty="0"/>
              <a:t>    {</a:t>
            </a:r>
          </a:p>
          <a:p>
            <a:pPr marL="0" indent="0">
              <a:buNone/>
            </a:pPr>
            <a:r>
              <a:rPr lang="en-IN" sz="1100" b="1" dirty="0"/>
              <a:t>        try </a:t>
            </a:r>
          </a:p>
          <a:p>
            <a:pPr marL="0" indent="0">
              <a:buNone/>
            </a:pPr>
            <a:r>
              <a:rPr lang="en-IN" sz="1100" b="1" dirty="0"/>
              <a:t>        {</a:t>
            </a:r>
          </a:p>
          <a:p>
            <a:pPr marL="0" indent="0">
              <a:buNone/>
            </a:pPr>
            <a:r>
              <a:rPr lang="en-IN" sz="1100" b="1" dirty="0"/>
              <a:t>            </a:t>
            </a:r>
            <a:r>
              <a:rPr lang="en-IN" sz="1100" b="1" dirty="0" err="1"/>
              <a:t>aMethod</a:t>
            </a:r>
            <a:r>
              <a:rPr lang="en-IN" sz="1100" b="1" dirty="0"/>
              <a:t>();  </a:t>
            </a:r>
          </a:p>
          <a:p>
            <a:pPr marL="0" indent="0">
              <a:buNone/>
            </a:pPr>
            <a:r>
              <a:rPr lang="en-IN" sz="1100" b="1" dirty="0"/>
              <a:t>        } </a:t>
            </a:r>
          </a:p>
          <a:p>
            <a:pPr marL="0" indent="0">
              <a:buNone/>
            </a:pPr>
            <a:r>
              <a:rPr lang="en-IN" sz="1100" b="1" dirty="0"/>
              <a:t>        catch (Exception e) /* Line 20 */</a:t>
            </a:r>
          </a:p>
          <a:p>
            <a:pPr marL="0" indent="0">
              <a:buNone/>
            </a:pPr>
            <a:r>
              <a:rPr lang="en-IN" sz="1100" b="1" dirty="0"/>
              <a:t>        {</a:t>
            </a:r>
          </a:p>
          <a:p>
            <a:pPr marL="0" indent="0">
              <a:buNone/>
            </a:pPr>
            <a:r>
              <a:rPr lang="en-IN" sz="1100" b="1" dirty="0"/>
              <a:t>            </a:t>
            </a:r>
            <a:r>
              <a:rPr lang="en-IN" sz="1100" b="1" dirty="0" err="1"/>
              <a:t>System.out.print</a:t>
            </a:r>
            <a:r>
              <a:rPr lang="en-IN" sz="1100" b="1" dirty="0"/>
              <a:t>("exception "); </a:t>
            </a:r>
          </a:p>
          <a:p>
            <a:pPr marL="0" indent="0">
              <a:buNone/>
            </a:pPr>
            <a:r>
              <a:rPr lang="en-IN" sz="1100" b="1" dirty="0"/>
              <a:t>        } </a:t>
            </a:r>
          </a:p>
          <a:p>
            <a:pPr marL="0" indent="0">
              <a:buNone/>
            </a:pPr>
            <a:r>
              <a:rPr lang="en-IN" sz="1100" b="1" dirty="0"/>
              <a:t>        </a:t>
            </a:r>
            <a:r>
              <a:rPr lang="en-IN" sz="1100" b="1" dirty="0" err="1"/>
              <a:t>System.out.print</a:t>
            </a:r>
            <a:r>
              <a:rPr lang="en-IN" sz="1100" b="1" dirty="0"/>
              <a:t>("finished"); /* Line 24 */</a:t>
            </a:r>
          </a:p>
          <a:p>
            <a:pPr marL="0" indent="0">
              <a:buNone/>
            </a:pPr>
            <a:r>
              <a:rPr lang="en-IN" sz="1100" b="1" dirty="0"/>
              <a:t>    } </a:t>
            </a:r>
          </a:p>
          <a:p>
            <a:pPr marL="0" indent="0">
              <a:buNone/>
            </a:pPr>
            <a:r>
              <a:rPr lang="en-IN" sz="1100" b="1" dirty="0"/>
              <a:t>}</a:t>
            </a:r>
          </a:p>
        </p:txBody>
      </p:sp>
    </p:spTree>
    <p:extLst>
      <p:ext uri="{BB962C8B-B14F-4D97-AF65-F5344CB8AC3E}">
        <p14:creationId xmlns:p14="http://schemas.microsoft.com/office/powerpoint/2010/main" val="4221837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output?</a:t>
            </a:r>
          </a:p>
        </p:txBody>
      </p:sp>
      <p:sp>
        <p:nvSpPr>
          <p:cNvPr id="3" name="Content Placeholder 2"/>
          <p:cNvSpPr>
            <a:spLocks noGrp="1"/>
          </p:cNvSpPr>
          <p:nvPr>
            <p:ph idx="1"/>
          </p:nvPr>
        </p:nvSpPr>
        <p:spPr>
          <a:xfrm>
            <a:off x="574675" y="1266959"/>
            <a:ext cx="8024813" cy="5339903"/>
          </a:xfrm>
        </p:spPr>
        <p:txBody>
          <a:bodyPr/>
          <a:lstStyle/>
          <a:p>
            <a:pPr marL="0" indent="0">
              <a:buNone/>
            </a:pPr>
            <a:r>
              <a:rPr lang="en-IN" sz="1400" dirty="0"/>
              <a:t>public class X </a:t>
            </a:r>
          </a:p>
          <a:p>
            <a:pPr marL="0" indent="0">
              <a:buNone/>
            </a:pPr>
            <a:r>
              <a:rPr lang="en-IN" sz="1400" dirty="0"/>
              <a:t>{ </a:t>
            </a:r>
          </a:p>
          <a:p>
            <a:pPr marL="0" indent="0">
              <a:buNone/>
            </a:pPr>
            <a:r>
              <a:rPr lang="en-IN" sz="1400" dirty="0"/>
              <a:t>    public static void main(String [] </a:t>
            </a:r>
            <a:r>
              <a:rPr lang="en-IN" sz="1400" dirty="0" err="1"/>
              <a:t>args</a:t>
            </a:r>
            <a:r>
              <a:rPr lang="en-IN" sz="1400" dirty="0"/>
              <a:t>) </a:t>
            </a:r>
          </a:p>
          <a:p>
            <a:pPr marL="0" indent="0">
              <a:buNone/>
            </a:pPr>
            <a:r>
              <a:rPr lang="en-IN" sz="1400" dirty="0"/>
              <a:t>    {</a:t>
            </a:r>
          </a:p>
          <a:p>
            <a:pPr marL="0" indent="0">
              <a:buNone/>
            </a:pPr>
            <a:r>
              <a:rPr lang="en-IN" sz="1400" dirty="0"/>
              <a:t>        try </a:t>
            </a:r>
          </a:p>
          <a:p>
            <a:pPr marL="0" indent="0">
              <a:buNone/>
            </a:pPr>
            <a:r>
              <a:rPr lang="en-IN" sz="1400" dirty="0"/>
              <a:t>        {</a:t>
            </a:r>
          </a:p>
          <a:p>
            <a:pPr marL="0" indent="0">
              <a:buNone/>
            </a:pPr>
            <a:r>
              <a:rPr lang="en-IN" sz="1400" dirty="0"/>
              <a:t>            </a:t>
            </a:r>
            <a:r>
              <a:rPr lang="en-IN" sz="1400" dirty="0" err="1"/>
              <a:t>badMethod</a:t>
            </a:r>
            <a:r>
              <a:rPr lang="en-IN" sz="1400" dirty="0"/>
              <a:t>();  </a:t>
            </a:r>
          </a:p>
          <a:p>
            <a:pPr marL="0" indent="0">
              <a:buNone/>
            </a:pPr>
            <a:r>
              <a:rPr lang="en-IN" sz="1400" dirty="0"/>
              <a:t>            </a:t>
            </a:r>
            <a:r>
              <a:rPr lang="en-IN" sz="1400" dirty="0" err="1"/>
              <a:t>System.out.print</a:t>
            </a:r>
            <a:r>
              <a:rPr lang="en-IN" sz="1400" dirty="0"/>
              <a:t>("A"); </a:t>
            </a:r>
          </a:p>
          <a:p>
            <a:pPr marL="0" indent="0">
              <a:buNone/>
            </a:pPr>
            <a:r>
              <a:rPr lang="en-IN" sz="1400" dirty="0"/>
              <a:t>        }  </a:t>
            </a:r>
          </a:p>
          <a:p>
            <a:pPr marL="0" indent="0">
              <a:buNone/>
            </a:pPr>
            <a:r>
              <a:rPr lang="en-IN" sz="1400" dirty="0"/>
              <a:t>        catch (Exception ex) </a:t>
            </a:r>
          </a:p>
          <a:p>
            <a:pPr marL="0" indent="0">
              <a:buNone/>
            </a:pPr>
            <a:r>
              <a:rPr lang="en-IN" sz="1400" dirty="0"/>
              <a:t>        {</a:t>
            </a:r>
          </a:p>
          <a:p>
            <a:pPr marL="0" indent="0">
              <a:buNone/>
            </a:pPr>
            <a:r>
              <a:rPr lang="en-IN" sz="1400" dirty="0"/>
              <a:t>            </a:t>
            </a:r>
            <a:r>
              <a:rPr lang="en-IN" sz="1400" dirty="0" err="1"/>
              <a:t>System.out.print</a:t>
            </a:r>
            <a:r>
              <a:rPr lang="en-IN" sz="1400" dirty="0"/>
              <a:t>("B"); </a:t>
            </a:r>
          </a:p>
          <a:p>
            <a:pPr marL="0" indent="0">
              <a:buNone/>
            </a:pPr>
            <a:r>
              <a:rPr lang="en-IN" sz="1400" dirty="0"/>
              <a:t>        }  </a:t>
            </a:r>
          </a:p>
          <a:p>
            <a:pPr marL="0" indent="0">
              <a:buNone/>
            </a:pPr>
            <a:r>
              <a:rPr lang="en-IN" sz="1400" dirty="0"/>
              <a:t>        finally </a:t>
            </a:r>
          </a:p>
          <a:p>
            <a:pPr marL="0" indent="0">
              <a:buNone/>
            </a:pPr>
            <a:r>
              <a:rPr lang="en-IN" sz="1400" dirty="0"/>
              <a:t>        {</a:t>
            </a:r>
          </a:p>
          <a:p>
            <a:pPr marL="0" indent="0">
              <a:buNone/>
            </a:pPr>
            <a:r>
              <a:rPr lang="en-IN" sz="1400" dirty="0"/>
              <a:t>            </a:t>
            </a:r>
            <a:r>
              <a:rPr lang="en-IN" sz="1400" dirty="0" err="1"/>
              <a:t>System.out.print</a:t>
            </a:r>
            <a:r>
              <a:rPr lang="en-IN" sz="1400" dirty="0"/>
              <a:t>("C"); </a:t>
            </a:r>
          </a:p>
          <a:p>
            <a:pPr marL="0" indent="0">
              <a:buNone/>
            </a:pPr>
            <a:r>
              <a:rPr lang="en-IN" sz="1400" dirty="0"/>
              <a:t>        }  </a:t>
            </a:r>
          </a:p>
          <a:p>
            <a:pPr marL="0" indent="0">
              <a:buNone/>
            </a:pPr>
            <a:r>
              <a:rPr lang="en-IN" sz="1400" dirty="0"/>
              <a:t>        </a:t>
            </a:r>
            <a:r>
              <a:rPr lang="en-IN" sz="1400" dirty="0" err="1"/>
              <a:t>System.out.print</a:t>
            </a:r>
            <a:r>
              <a:rPr lang="en-IN" sz="1400" dirty="0"/>
              <a:t>("D"); </a:t>
            </a:r>
          </a:p>
          <a:p>
            <a:pPr marL="0" indent="0">
              <a:buNone/>
            </a:pPr>
            <a:r>
              <a:rPr lang="en-IN" sz="1400" dirty="0"/>
              <a:t>    }  </a:t>
            </a:r>
          </a:p>
          <a:p>
            <a:pPr marL="0" indent="0">
              <a:buNone/>
            </a:pPr>
            <a:r>
              <a:rPr lang="en-IN" sz="1400" dirty="0"/>
              <a:t>    public static void </a:t>
            </a:r>
            <a:r>
              <a:rPr lang="en-IN" sz="1400" dirty="0" err="1"/>
              <a:t>badMethod</a:t>
            </a:r>
            <a:r>
              <a:rPr lang="en-IN" sz="1400" dirty="0"/>
              <a:t>() {} </a:t>
            </a:r>
          </a:p>
          <a:p>
            <a:pPr marL="0" indent="0">
              <a:buNone/>
            </a:pPr>
            <a:r>
              <a:rPr lang="en-IN" sz="1400" dirty="0"/>
              <a:t>} </a:t>
            </a:r>
          </a:p>
        </p:txBody>
      </p:sp>
    </p:spTree>
    <p:extLst>
      <p:ext uri="{BB962C8B-B14F-4D97-AF65-F5344CB8AC3E}">
        <p14:creationId xmlns:p14="http://schemas.microsoft.com/office/powerpoint/2010/main" val="3457827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output?</a:t>
            </a:r>
          </a:p>
        </p:txBody>
      </p:sp>
      <p:sp>
        <p:nvSpPr>
          <p:cNvPr id="3" name="Content Placeholder 2"/>
          <p:cNvSpPr>
            <a:spLocks noGrp="1"/>
          </p:cNvSpPr>
          <p:nvPr>
            <p:ph idx="1"/>
          </p:nvPr>
        </p:nvSpPr>
        <p:spPr>
          <a:xfrm>
            <a:off x="574675" y="1485900"/>
            <a:ext cx="8024813" cy="4824748"/>
          </a:xfrm>
        </p:spPr>
        <p:txBody>
          <a:bodyPr/>
          <a:lstStyle/>
          <a:p>
            <a:pPr marL="0" indent="0">
              <a:buNone/>
            </a:pPr>
            <a:r>
              <a:rPr lang="en-IN" sz="1100" dirty="0"/>
              <a:t>public class X </a:t>
            </a:r>
          </a:p>
          <a:p>
            <a:pPr marL="0" indent="0">
              <a:buNone/>
            </a:pPr>
            <a:r>
              <a:rPr lang="en-IN" sz="1100" dirty="0"/>
              <a:t>{  </a:t>
            </a:r>
          </a:p>
          <a:p>
            <a:pPr marL="0" indent="0">
              <a:buNone/>
            </a:pPr>
            <a:r>
              <a:rPr lang="en-IN" sz="1100" dirty="0"/>
              <a:t>    public static void main(String [] </a:t>
            </a:r>
            <a:r>
              <a:rPr lang="en-IN" sz="1100" dirty="0" err="1"/>
              <a:t>args</a:t>
            </a:r>
            <a:r>
              <a:rPr lang="en-IN" sz="1100" dirty="0"/>
              <a:t>) </a:t>
            </a:r>
          </a:p>
          <a:p>
            <a:pPr marL="0" indent="0">
              <a:buNone/>
            </a:pPr>
            <a:r>
              <a:rPr lang="en-IN" sz="1100" dirty="0"/>
              <a:t>    {</a:t>
            </a:r>
          </a:p>
          <a:p>
            <a:pPr marL="0" indent="0">
              <a:buNone/>
            </a:pPr>
            <a:r>
              <a:rPr lang="en-IN" sz="1100" dirty="0"/>
              <a:t>        try </a:t>
            </a:r>
          </a:p>
          <a:p>
            <a:pPr marL="0" indent="0">
              <a:buNone/>
            </a:pPr>
            <a:r>
              <a:rPr lang="en-IN" sz="1100" dirty="0"/>
              <a:t>        {</a:t>
            </a:r>
          </a:p>
          <a:p>
            <a:pPr marL="0" indent="0">
              <a:buNone/>
            </a:pPr>
            <a:r>
              <a:rPr lang="en-IN" sz="1100" dirty="0"/>
              <a:t>            </a:t>
            </a:r>
            <a:r>
              <a:rPr lang="en-IN" sz="1100" dirty="0" err="1"/>
              <a:t>badMethod</a:t>
            </a:r>
            <a:r>
              <a:rPr lang="en-IN" sz="1100" dirty="0"/>
              <a:t>(); /* Line 7 */</a:t>
            </a:r>
          </a:p>
          <a:p>
            <a:pPr marL="0" indent="0">
              <a:buNone/>
            </a:pPr>
            <a:r>
              <a:rPr lang="en-IN" sz="1100" dirty="0"/>
              <a:t>            </a:t>
            </a:r>
            <a:r>
              <a:rPr lang="en-IN" sz="1100" dirty="0" err="1"/>
              <a:t>System.out.print</a:t>
            </a:r>
            <a:r>
              <a:rPr lang="en-IN" sz="1100" dirty="0"/>
              <a:t>("A"); </a:t>
            </a:r>
          </a:p>
          <a:p>
            <a:pPr marL="0" indent="0">
              <a:buNone/>
            </a:pPr>
            <a:r>
              <a:rPr lang="en-IN" sz="1100" dirty="0"/>
              <a:t>        } </a:t>
            </a:r>
          </a:p>
          <a:p>
            <a:pPr marL="0" indent="0">
              <a:buNone/>
            </a:pPr>
            <a:r>
              <a:rPr lang="en-IN" sz="1100" dirty="0"/>
              <a:t>        catch (Exception ex) /* Line 10 */</a:t>
            </a:r>
          </a:p>
          <a:p>
            <a:pPr marL="0" indent="0">
              <a:buNone/>
            </a:pPr>
            <a:r>
              <a:rPr lang="en-IN" sz="1100" dirty="0"/>
              <a:t>        {</a:t>
            </a:r>
          </a:p>
          <a:p>
            <a:pPr marL="0" indent="0">
              <a:buNone/>
            </a:pPr>
            <a:r>
              <a:rPr lang="en-IN" sz="1100" dirty="0"/>
              <a:t>            </a:t>
            </a:r>
            <a:r>
              <a:rPr lang="en-IN" sz="1100" dirty="0" err="1"/>
              <a:t>System.out.print</a:t>
            </a:r>
            <a:r>
              <a:rPr lang="en-IN" sz="1100" dirty="0"/>
              <a:t>("B"); /* Line 12 */</a:t>
            </a:r>
          </a:p>
          <a:p>
            <a:pPr marL="0" indent="0">
              <a:buNone/>
            </a:pPr>
            <a:r>
              <a:rPr lang="en-IN" sz="1100" dirty="0"/>
              <a:t>        } </a:t>
            </a:r>
          </a:p>
          <a:p>
            <a:pPr marL="0" indent="0">
              <a:buNone/>
            </a:pPr>
            <a:r>
              <a:rPr lang="en-IN" sz="1100" dirty="0"/>
              <a:t>        finally /* Line 14 */</a:t>
            </a:r>
          </a:p>
          <a:p>
            <a:pPr marL="0" indent="0">
              <a:buNone/>
            </a:pPr>
            <a:r>
              <a:rPr lang="en-IN" sz="1100" dirty="0"/>
              <a:t>        {</a:t>
            </a:r>
          </a:p>
          <a:p>
            <a:pPr marL="0" indent="0">
              <a:buNone/>
            </a:pPr>
            <a:r>
              <a:rPr lang="en-IN" sz="1100" dirty="0"/>
              <a:t>            </a:t>
            </a:r>
            <a:r>
              <a:rPr lang="en-IN" sz="1100" dirty="0" err="1"/>
              <a:t>System.out.print</a:t>
            </a:r>
            <a:r>
              <a:rPr lang="en-IN" sz="1100" dirty="0"/>
              <a:t>("C"); /* Line 16 */</a:t>
            </a:r>
          </a:p>
          <a:p>
            <a:pPr marL="0" indent="0">
              <a:buNone/>
            </a:pPr>
            <a:r>
              <a:rPr lang="en-IN" sz="1100" dirty="0"/>
              <a:t>        }  </a:t>
            </a:r>
          </a:p>
          <a:p>
            <a:pPr marL="0" indent="0">
              <a:buNone/>
            </a:pPr>
            <a:r>
              <a:rPr lang="en-IN" sz="1100" dirty="0"/>
              <a:t>        </a:t>
            </a:r>
            <a:r>
              <a:rPr lang="en-IN" sz="1100" dirty="0" err="1"/>
              <a:t>System.out.print</a:t>
            </a:r>
            <a:r>
              <a:rPr lang="en-IN" sz="1100" dirty="0"/>
              <a:t>("D"); /* Line 18 */</a:t>
            </a:r>
          </a:p>
          <a:p>
            <a:pPr marL="0" indent="0">
              <a:buNone/>
            </a:pPr>
            <a:r>
              <a:rPr lang="en-IN" sz="1100" dirty="0"/>
              <a:t>    } </a:t>
            </a:r>
          </a:p>
          <a:p>
            <a:pPr marL="0" indent="0">
              <a:buNone/>
            </a:pPr>
            <a:r>
              <a:rPr lang="en-IN" sz="1100" dirty="0"/>
              <a:t>    public static void </a:t>
            </a:r>
            <a:r>
              <a:rPr lang="en-IN" sz="1100" dirty="0" err="1"/>
              <a:t>badMethod</a:t>
            </a:r>
            <a:r>
              <a:rPr lang="en-IN" sz="1100" dirty="0"/>
              <a:t>() </a:t>
            </a:r>
          </a:p>
          <a:p>
            <a:pPr marL="0" indent="0">
              <a:buNone/>
            </a:pPr>
            <a:r>
              <a:rPr lang="en-IN" sz="1100" dirty="0"/>
              <a:t>    {</a:t>
            </a:r>
          </a:p>
          <a:p>
            <a:pPr marL="0" indent="0">
              <a:buNone/>
            </a:pPr>
            <a:r>
              <a:rPr lang="en-IN" sz="1100" dirty="0"/>
              <a:t>        throw new </a:t>
            </a:r>
            <a:r>
              <a:rPr lang="en-IN" sz="1100" dirty="0" err="1"/>
              <a:t>RuntimeException</a:t>
            </a:r>
            <a:r>
              <a:rPr lang="en-IN" sz="1100" dirty="0"/>
              <a:t>(); </a:t>
            </a:r>
          </a:p>
          <a:p>
            <a:pPr marL="0" indent="0">
              <a:buNone/>
            </a:pPr>
            <a:r>
              <a:rPr lang="en-IN" sz="1100" dirty="0"/>
              <a:t>    } </a:t>
            </a:r>
          </a:p>
          <a:p>
            <a:pPr marL="0" indent="0">
              <a:buNone/>
            </a:pPr>
            <a:r>
              <a:rPr lang="en-IN" sz="1100" dirty="0"/>
              <a:t>}</a:t>
            </a:r>
          </a:p>
        </p:txBody>
      </p:sp>
    </p:spTree>
    <p:extLst>
      <p:ext uri="{BB962C8B-B14F-4D97-AF65-F5344CB8AC3E}">
        <p14:creationId xmlns:p14="http://schemas.microsoft.com/office/powerpoint/2010/main" val="1371985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output?</a:t>
            </a:r>
          </a:p>
        </p:txBody>
      </p:sp>
      <p:sp>
        <p:nvSpPr>
          <p:cNvPr id="3" name="Content Placeholder 2"/>
          <p:cNvSpPr>
            <a:spLocks noGrp="1"/>
          </p:cNvSpPr>
          <p:nvPr>
            <p:ph idx="1"/>
          </p:nvPr>
        </p:nvSpPr>
        <p:spPr>
          <a:xfrm>
            <a:off x="574675" y="1485900"/>
            <a:ext cx="8024813" cy="4541413"/>
          </a:xfrm>
        </p:spPr>
        <p:txBody>
          <a:bodyPr/>
          <a:lstStyle/>
          <a:p>
            <a:pPr marL="0" indent="0">
              <a:buNone/>
            </a:pPr>
            <a:r>
              <a:rPr lang="en-IN" dirty="0"/>
              <a:t>public class </a:t>
            </a:r>
            <a:r>
              <a:rPr lang="en-IN" dirty="0" err="1"/>
              <a:t>MyProgram</a:t>
            </a:r>
            <a:r>
              <a:rPr lang="en-IN" dirty="0"/>
              <a:t> </a:t>
            </a:r>
          </a:p>
          <a:p>
            <a:pPr marL="0" indent="0">
              <a:buNone/>
            </a:pPr>
            <a:r>
              <a:rPr lang="en-IN" dirty="0"/>
              <a:t>{</a:t>
            </a:r>
          </a:p>
          <a:p>
            <a:pPr marL="0" indent="0">
              <a:buNone/>
            </a:pPr>
            <a:r>
              <a:rPr lang="en-IN" dirty="0"/>
              <a:t>    public static void main(String </a:t>
            </a:r>
            <a:r>
              <a:rPr lang="en-IN" dirty="0" err="1"/>
              <a:t>args</a:t>
            </a:r>
            <a:r>
              <a:rPr lang="en-IN" dirty="0"/>
              <a:t>[])</a:t>
            </a:r>
          </a:p>
          <a:p>
            <a:pPr marL="0" indent="0">
              <a:buNone/>
            </a:pPr>
            <a:r>
              <a:rPr lang="en-IN" dirty="0"/>
              <a:t>    {</a:t>
            </a:r>
          </a:p>
          <a:p>
            <a:pPr marL="0" indent="0">
              <a:buNone/>
            </a:pPr>
            <a:r>
              <a:rPr lang="en-IN" dirty="0"/>
              <a:t>        try </a:t>
            </a:r>
          </a:p>
          <a:p>
            <a:pPr marL="0" indent="0">
              <a:buNone/>
            </a:pPr>
            <a:r>
              <a:rPr lang="en-IN" dirty="0"/>
              <a:t>        {</a:t>
            </a:r>
          </a:p>
          <a:p>
            <a:pPr marL="0" indent="0">
              <a:buNone/>
            </a:pPr>
            <a:r>
              <a:rPr lang="en-IN" dirty="0"/>
              <a:t>            </a:t>
            </a:r>
            <a:r>
              <a:rPr lang="en-IN" dirty="0" err="1"/>
              <a:t>System.out.print</a:t>
            </a:r>
            <a:r>
              <a:rPr lang="en-IN" dirty="0"/>
              <a:t>("Hello world ");</a:t>
            </a:r>
          </a:p>
          <a:p>
            <a:pPr marL="0" indent="0">
              <a:buNone/>
            </a:pPr>
            <a:r>
              <a:rPr lang="en-IN" dirty="0"/>
              <a:t>        }</a:t>
            </a:r>
          </a:p>
          <a:p>
            <a:pPr marL="0" indent="0">
              <a:buNone/>
            </a:pPr>
            <a:r>
              <a:rPr lang="en-IN" dirty="0"/>
              <a:t>        finally </a:t>
            </a:r>
          </a:p>
          <a:p>
            <a:pPr marL="0" indent="0">
              <a:buNone/>
            </a:pPr>
            <a:r>
              <a:rPr lang="en-IN" dirty="0"/>
              <a:t>        {</a:t>
            </a:r>
          </a:p>
          <a:p>
            <a:pPr marL="0" indent="0">
              <a:buNone/>
            </a:pPr>
            <a:r>
              <a:rPr lang="en-IN" dirty="0"/>
              <a:t>            </a:t>
            </a:r>
            <a:r>
              <a:rPr lang="en-IN" dirty="0" err="1"/>
              <a:t>System.out.println</a:t>
            </a:r>
            <a:r>
              <a:rPr lang="en-IN" dirty="0"/>
              <a:t>("Finally executing ");</a:t>
            </a:r>
          </a:p>
          <a:p>
            <a:pPr marL="0" indent="0">
              <a:buNone/>
            </a:pPr>
            <a:r>
              <a:rPr lang="en-IN" dirty="0"/>
              <a:t>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2350679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the output?</a:t>
            </a:r>
          </a:p>
        </p:txBody>
      </p:sp>
      <p:sp>
        <p:nvSpPr>
          <p:cNvPr id="3" name="Content Placeholder 2"/>
          <p:cNvSpPr>
            <a:spLocks noGrp="1"/>
          </p:cNvSpPr>
          <p:nvPr>
            <p:ph idx="1"/>
          </p:nvPr>
        </p:nvSpPr>
        <p:spPr>
          <a:xfrm>
            <a:off x="574675" y="1292717"/>
            <a:ext cx="8024813" cy="5069446"/>
          </a:xfrm>
        </p:spPr>
        <p:txBody>
          <a:bodyPr/>
          <a:lstStyle/>
          <a:p>
            <a:pPr marL="0" indent="0">
              <a:buNone/>
            </a:pPr>
            <a:r>
              <a:rPr lang="en-IN" sz="1400" dirty="0"/>
              <a:t>class Exc0 extends Exception { } </a:t>
            </a:r>
          </a:p>
          <a:p>
            <a:pPr marL="0" indent="0">
              <a:buNone/>
            </a:pPr>
            <a:r>
              <a:rPr lang="en-IN" sz="1400" dirty="0"/>
              <a:t>class Exc1 extends Exc0 { } /* Line 2 */</a:t>
            </a:r>
          </a:p>
          <a:p>
            <a:pPr marL="0" indent="0">
              <a:buNone/>
            </a:pPr>
            <a:r>
              <a:rPr lang="en-IN" sz="1400" dirty="0"/>
              <a:t>public class Test </a:t>
            </a:r>
          </a:p>
          <a:p>
            <a:pPr marL="0" indent="0">
              <a:buNone/>
            </a:pPr>
            <a:r>
              <a:rPr lang="en-IN" sz="1400" dirty="0"/>
              <a:t>{  </a:t>
            </a:r>
          </a:p>
          <a:p>
            <a:pPr marL="0" indent="0">
              <a:buNone/>
            </a:pPr>
            <a:r>
              <a:rPr lang="en-IN" sz="1400" dirty="0"/>
              <a:t>    public static void main(String </a:t>
            </a:r>
            <a:r>
              <a:rPr lang="en-IN" sz="1400" dirty="0" err="1"/>
              <a:t>args</a:t>
            </a:r>
            <a:r>
              <a:rPr lang="en-IN" sz="1400" dirty="0"/>
              <a:t>[]) </a:t>
            </a:r>
          </a:p>
          <a:p>
            <a:pPr marL="0" indent="0">
              <a:buNone/>
            </a:pPr>
            <a:r>
              <a:rPr lang="en-IN" sz="1400" dirty="0"/>
              <a:t>    { </a:t>
            </a:r>
          </a:p>
          <a:p>
            <a:pPr marL="0" indent="0">
              <a:buNone/>
            </a:pPr>
            <a:r>
              <a:rPr lang="en-IN" sz="1400" dirty="0"/>
              <a:t>        try </a:t>
            </a:r>
          </a:p>
          <a:p>
            <a:pPr marL="0" indent="0">
              <a:buNone/>
            </a:pPr>
            <a:r>
              <a:rPr lang="en-IN" sz="1400" dirty="0"/>
              <a:t>        {  </a:t>
            </a:r>
          </a:p>
          <a:p>
            <a:pPr marL="0" indent="0">
              <a:buNone/>
            </a:pPr>
            <a:r>
              <a:rPr lang="en-IN" sz="1400" dirty="0"/>
              <a:t>            throw new Exc1(); /* Line 9 */</a:t>
            </a:r>
          </a:p>
          <a:p>
            <a:pPr marL="0" indent="0">
              <a:buNone/>
            </a:pPr>
            <a:r>
              <a:rPr lang="en-IN" sz="1400" dirty="0"/>
              <a:t>        } </a:t>
            </a:r>
          </a:p>
          <a:p>
            <a:pPr marL="0" indent="0">
              <a:buNone/>
            </a:pPr>
            <a:r>
              <a:rPr lang="en-IN" sz="1400" dirty="0"/>
              <a:t>        catch (Exc0 e0) /* Line 11 */</a:t>
            </a:r>
          </a:p>
          <a:p>
            <a:pPr marL="0" indent="0">
              <a:buNone/>
            </a:pPr>
            <a:r>
              <a:rPr lang="en-IN" sz="1400" dirty="0"/>
              <a:t>        {</a:t>
            </a:r>
          </a:p>
          <a:p>
            <a:pPr marL="0" indent="0">
              <a:buNone/>
            </a:pPr>
            <a:r>
              <a:rPr lang="en-IN" sz="1400" dirty="0"/>
              <a:t>            </a:t>
            </a:r>
            <a:r>
              <a:rPr lang="en-IN" sz="1400" dirty="0" err="1"/>
              <a:t>System.out.println</a:t>
            </a:r>
            <a:r>
              <a:rPr lang="en-IN" sz="1400" dirty="0"/>
              <a:t>("Ex0 caught"); </a:t>
            </a:r>
          </a:p>
          <a:p>
            <a:pPr marL="0" indent="0">
              <a:buNone/>
            </a:pPr>
            <a:r>
              <a:rPr lang="en-IN" sz="1400" dirty="0"/>
              <a:t>        } </a:t>
            </a:r>
          </a:p>
          <a:p>
            <a:pPr marL="0" indent="0">
              <a:buNone/>
            </a:pPr>
            <a:r>
              <a:rPr lang="en-IN" sz="1400" dirty="0"/>
              <a:t>        catch (Exception e) </a:t>
            </a:r>
          </a:p>
          <a:p>
            <a:pPr marL="0" indent="0">
              <a:buNone/>
            </a:pPr>
            <a:r>
              <a:rPr lang="en-IN" sz="1400" dirty="0"/>
              <a:t>        {</a:t>
            </a:r>
          </a:p>
          <a:p>
            <a:pPr marL="0" indent="0">
              <a:buNone/>
            </a:pPr>
            <a:r>
              <a:rPr lang="en-IN" sz="1400" dirty="0"/>
              <a:t>            </a:t>
            </a:r>
            <a:r>
              <a:rPr lang="en-IN" sz="1400" dirty="0" err="1"/>
              <a:t>System.out.println</a:t>
            </a:r>
            <a:r>
              <a:rPr lang="en-IN" sz="1400" dirty="0"/>
              <a:t>("exception caught");  </a:t>
            </a:r>
          </a:p>
          <a:p>
            <a:pPr marL="0" indent="0">
              <a:buNone/>
            </a:pPr>
            <a:r>
              <a:rPr lang="en-IN" sz="1400" dirty="0"/>
              <a:t>        } </a:t>
            </a:r>
          </a:p>
          <a:p>
            <a:pPr marL="0" indent="0">
              <a:buNone/>
            </a:pPr>
            <a:r>
              <a:rPr lang="en-IN" sz="1400" dirty="0"/>
              <a:t>    } </a:t>
            </a:r>
          </a:p>
          <a:p>
            <a:pPr marL="0" indent="0">
              <a:buNone/>
            </a:pPr>
            <a:r>
              <a:rPr lang="en-IN" sz="1400" dirty="0"/>
              <a:t>}</a:t>
            </a:r>
          </a:p>
        </p:txBody>
      </p:sp>
    </p:spTree>
    <p:extLst>
      <p:ext uri="{BB962C8B-B14F-4D97-AF65-F5344CB8AC3E}">
        <p14:creationId xmlns:p14="http://schemas.microsoft.com/office/powerpoint/2010/main" val="15829033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AcnSubjectTitle"/>
  <p:tag name="DATE" val="9/12/2009 10:31:47 AM"/>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LLEFT" val=" 210.125"/>
  <p:tag name="LTOP" val=" 469.875"/>
  <p:tag name="RESIZE" val="Yes"/>
</p:tagLst>
</file>

<file path=ppt/theme/theme1.xml><?xml version="1.0" encoding="utf-8"?>
<a:theme xmlns:a="http://schemas.openxmlformats.org/drawingml/2006/main" name="Presentation_ANZ">
  <a:themeElements>
    <a:clrScheme name="Presentation_ANZ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Presentation_ANZ">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esentation_ANZ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Report_Logo_ANZ">
  <a:themeElements>
    <a:clrScheme name="">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1_Report_Logo_ANZ">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Report_Logo_ANZ 1">
        <a:dk1>
          <a:srgbClr val="000000"/>
        </a:dk1>
        <a:lt1>
          <a:srgbClr val="FFFFFF"/>
        </a:lt1>
        <a:dk2>
          <a:srgbClr val="004165"/>
        </a:dk2>
        <a:lt2>
          <a:srgbClr val="747678"/>
        </a:lt2>
        <a:accent1>
          <a:srgbClr val="007DBA"/>
        </a:accent1>
        <a:accent2>
          <a:srgbClr val="5BC6E8"/>
        </a:accent2>
        <a:accent3>
          <a:srgbClr val="FFFFFF"/>
        </a:accent3>
        <a:accent4>
          <a:srgbClr val="000000"/>
        </a:accent4>
        <a:accent5>
          <a:srgbClr val="AABFD9"/>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fontScheme name="1_Default Desig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7DBA"/>
        </a:dk2>
        <a:lt2>
          <a:srgbClr val="747678"/>
        </a:lt2>
        <a:accent1>
          <a:srgbClr val="004165"/>
        </a:accent1>
        <a:accent2>
          <a:srgbClr val="5BC6E8"/>
        </a:accent2>
        <a:accent3>
          <a:srgbClr val="FFFFFF"/>
        </a:accent3>
        <a:accent4>
          <a:srgbClr val="000000"/>
        </a:accent4>
        <a:accent5>
          <a:srgbClr val="AAB0B8"/>
        </a:accent5>
        <a:accent6>
          <a:srgbClr val="52B3D2"/>
        </a:accent6>
        <a:hlink>
          <a:srgbClr val="589199"/>
        </a:hlink>
        <a:folHlink>
          <a:srgbClr val="FDC82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Presentation_ANZ</Template>
  <TotalTime>113008</TotalTime>
  <Words>893</Words>
  <Application>Microsoft Office PowerPoint</Application>
  <PresentationFormat>On-screen Show (4:3)</PresentationFormat>
  <Paragraphs>224</Paragraphs>
  <Slides>18</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18</vt:i4>
      </vt:variant>
    </vt:vector>
  </HeadingPairs>
  <TitlesOfParts>
    <vt:vector size="24" baseType="lpstr">
      <vt:lpstr>Arial</vt:lpstr>
      <vt:lpstr>Verdana</vt:lpstr>
      <vt:lpstr>Wingdings</vt:lpstr>
      <vt:lpstr>Presentation_ANZ</vt:lpstr>
      <vt:lpstr>1_Report_Logo_ANZ</vt:lpstr>
      <vt:lpstr>1_Default Design</vt:lpstr>
      <vt:lpstr>Java &amp; JEE Training  Day 13 – Exception Handling (Contd.)</vt:lpstr>
      <vt:lpstr>Review of Exception handling concepts from last session…</vt:lpstr>
      <vt:lpstr>Checked vs Unchecked Exceptions – Hierarchy review</vt:lpstr>
      <vt:lpstr>Agenda </vt:lpstr>
      <vt:lpstr>Throwing exception… “throw” keyword</vt:lpstr>
      <vt:lpstr>Exception propagation example.. Unchecked exceptions are propagated through the method call stack</vt:lpstr>
      <vt:lpstr>Program which describes that checked exceptions are not propagated </vt:lpstr>
      <vt:lpstr>Java throws keyword</vt:lpstr>
      <vt:lpstr>Java throws example</vt:lpstr>
      <vt:lpstr>Difference between throw and throws in Java  </vt:lpstr>
      <vt:lpstr>Difference between throw and throws in Java  </vt:lpstr>
      <vt:lpstr>Unchecked Exceptions? Why?</vt:lpstr>
      <vt:lpstr>Difference between final, finally and finalize  </vt:lpstr>
      <vt:lpstr>What is the output?</vt:lpstr>
      <vt:lpstr>What is the output?</vt:lpstr>
      <vt:lpstr>What is the output?</vt:lpstr>
      <vt:lpstr>What is the output?</vt:lpstr>
      <vt:lpstr>What is the output?</vt:lpstr>
    </vt:vector>
  </TitlesOfParts>
  <Company>ANZ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TSM RP05 Antivirus  Steering Committee Meeting – #01  16 March 2012</dc:title>
  <dc:creator>Vijay Singh Sambasivam</dc:creator>
  <cp:lastModifiedBy>Rao, Pawan kumar</cp:lastModifiedBy>
  <cp:revision>5704</cp:revision>
  <dcterms:created xsi:type="dcterms:W3CDTF">2014-11-23T04:41:29Z</dcterms:created>
  <dcterms:modified xsi:type="dcterms:W3CDTF">2017-04-03T23:51:51Z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ies>
</file>